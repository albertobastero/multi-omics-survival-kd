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82"/>
  </p:normalViewPr>
  <p:slideViewPr>
    <p:cSldViewPr snapToGrid="0">
      <p:cViewPr varScale="1">
        <p:scale>
          <a:sx n="116" d="100"/>
          <a:sy n="11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4C145-0A3D-2E49-A681-B063A7D2236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B99C2-9C16-C440-896C-FE2A216E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6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52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7B75-F4AA-3808-78F1-956BB4F6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EC285-1C6A-04D9-E101-78E0A2772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C37A7-1967-BF88-D3FF-6F2384C8F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657DC-6244-80CD-3A5F-43C89CAC0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02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885C-16AA-AA34-D073-F716901C2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12CDB-2294-B348-5EEF-A46A27518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2481F2-E235-24FF-A403-C5E2E4E52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C8851-6485-1FB4-72D9-BF51718FC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52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97FA-CEAF-9465-C5A2-78A0665B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E85CE-043E-A0B9-DD6B-D50774618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383CE-C55D-8C7C-D23B-A1FDA1F58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F09DE-9405-FBD4-6A59-67B7D09AF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97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ECC00-08F4-EF5D-E20F-2FF31829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07999-7C91-9B64-8B04-02A0E2377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0CE58-C4BF-2375-86C6-4DAEB028A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6852E-CB3A-DD8A-1CE4-34EF5B6AC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22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01A03-90D6-908E-6670-E4D8DCA9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75418-030A-F8C5-438F-737062CC1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E0D24-A333-5B84-8549-D7FEC2639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B13AE-DFFC-6B8B-717B-42A530C46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99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3D7F-9ED7-37C8-87FC-84677160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EA378-7A1B-5F14-10DE-F3B21A543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A18CF-7FCF-CAEE-68B7-B9165B795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53F73-595A-160F-321A-F3D46F696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87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8FE3-321E-B4EC-D089-E5ECCB9A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EE405-0D58-14E8-ADDD-9EE4C9F3D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8AE61-DAC3-970C-464B-65437A1A9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2F977-279C-56FC-D64E-4808AF8A3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5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6F1F-A183-D08B-58F6-42DB9931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40C3C-8907-9537-B0EF-2BB634A59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D3707-288D-3D44-854E-26EE4B05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DD139-157B-A8FC-0108-9DDE7E14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02A11-B386-0E02-6B15-81A78FFC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4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336C-D5E6-3468-9CC9-6328C659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97C6-7902-0AF2-CC59-9F00D7CA5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EB936-60A7-12CA-0480-7E92FD6F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B8260-18E5-0184-D1BA-C8D1DA30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B8430-563C-A863-487E-E8F78BFA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7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E5F7-8A95-4941-7BEF-EE7B151A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AE31D-60A4-0FE5-249D-32BB1B5E7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2F00F-DAC7-F28A-AF72-026C1BD4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717AC-C2BD-FE1A-C78D-63165BCE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28E00-B46E-A2B6-77F0-B0DA6100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44A9-78B3-098F-6A22-50E8193F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A762A-D230-BB21-3296-B7913D3AE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8603A-8267-B432-EC9A-89016D73A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E0CA3-BA4B-EE24-62C0-6C4EBB61A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2AFF9-B4C7-7B80-96B9-5D2CB0CE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D5802-DE20-D314-3AA4-18690E34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0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2CF7-619E-FECA-C420-F310BF480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9384E-6F68-E7E8-A036-F02F2E89E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94318-F2F9-A5DD-C2E6-3DEE9AB3B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8052C-B6FE-B34A-3176-BF085DC27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58DAA7-0BCA-9BF6-A8E7-267B3C16E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856C6-F2C6-5045-B960-6B54CD39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BFD3D-AAEC-2CF9-5FC3-49B8165E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F0A9D-20EF-00BF-1C2B-AA4067A9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2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E15B-8464-BDAB-34FC-037550DF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66B3B-38B3-78F9-C535-C28B88BC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86062-7974-3D82-9C48-D0EEDA7C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3A71E-ECE5-9F9E-CCD1-DE43EAA1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3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22E1F-51FF-C5EC-7405-C21CE164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F9E4F6-19A1-E5F8-D475-022503B1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5EDB9-6201-4A9E-0642-DD9B7572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4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6F2D-469E-EA4F-E34C-DFE9B099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6DEA0-C1F8-BA8D-272C-134D0DD5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661DA-4DB6-2031-1419-246E5B44D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ED0C2-157D-B45E-F54F-37A175F6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EC500-3398-49FC-D795-979A13F0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BF6A3-B905-65D4-2A81-DF4DD2A1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4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00A9-EE5C-26D2-8BB8-5D66733E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8C6B1-C34A-1AE6-5764-58EBFDA2B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B9C27-6C5D-C44E-69E9-475ED68BE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8E6D0-5555-2FF5-3007-BF20838A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F5DFC-3F2F-5A61-9F7C-2C29F38F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75757-9B6B-A2AC-7F38-0654E73B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6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4076-B4CE-FBD4-5E55-03214984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3E284-BB30-36AB-A9D4-9C945B2E8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97E1F-CD59-0063-453A-B067472B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4464D-2224-6100-39C5-4A19A7E1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48614-94BC-67D7-0141-57404117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8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C1AF7-1271-F1CB-E1A2-B9576031E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A51BD-D9A1-3BC7-A669-899FD7D00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ACDC-6E12-2FB5-0D71-7CB83B67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8D0C-581D-B9C7-2D94-64CEED39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D53BC-E69A-1844-0761-9D5DD2B7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0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450A8-89E2-DA56-8B53-A40618E5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A4655-B42F-98E7-A143-5BABE1F08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46025-5942-7E11-5D8D-3551819A6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43ACE-C7E5-1F4B-82CD-5A75FDCE832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8A07C-54CB-866B-5C35-BD77452DE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B4160-9EAF-DBAD-2A91-65139A15D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2FF22-823B-2E41-AD1D-CB874C0B7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54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CBC-4008-90C0-94FD-DD3D6B3DA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 d’avancement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A20D2-C802-793A-006F-58CC64DAE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9455"/>
            <a:ext cx="9144000" cy="562189"/>
          </a:xfrm>
        </p:spPr>
        <p:txBody>
          <a:bodyPr/>
          <a:lstStyle/>
          <a:p>
            <a:r>
              <a:rPr lang="en-US" dirty="0"/>
              <a:t>26/01/2026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4E93A1-7D9F-5D20-D13A-8498DD2747E9}"/>
              </a:ext>
            </a:extLst>
          </p:cNvPr>
          <p:cNvCxnSpPr/>
          <p:nvPr/>
        </p:nvCxnSpPr>
        <p:spPr>
          <a:xfrm>
            <a:off x="1112108" y="3509963"/>
            <a:ext cx="1030553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31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C1A4-6298-650E-EAAD-B42DF173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Points à aborder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47FC14-A70A-C74C-79EA-FF5DA72EF9AC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990762-EDE1-81E4-3571-D31495E2D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B9E41E33-D9D6-65CB-73A6-229841309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9F2E4D-B50A-469E-752A-9F416A935209}"/>
              </a:ext>
            </a:extLst>
          </p:cNvPr>
          <p:cNvSpPr txBox="1"/>
          <p:nvPr/>
        </p:nvSpPr>
        <p:spPr>
          <a:xfrm>
            <a:off x="556054" y="1355463"/>
            <a:ext cx="8369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Filtrage</a:t>
            </a:r>
            <a:r>
              <a:rPr lang="en-US" dirty="0"/>
              <a:t> à 1% trop </a:t>
            </a:r>
            <a:r>
              <a:rPr lang="en-US" dirty="0" err="1"/>
              <a:t>restrictif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Imputation des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manquantes</a:t>
            </a:r>
            <a:r>
              <a:rPr lang="en-US" dirty="0"/>
              <a:t> (</a:t>
            </a:r>
            <a:r>
              <a:rPr lang="en-US" dirty="0" err="1"/>
              <a:t>NaNs</a:t>
            </a:r>
            <a:r>
              <a:rPr lang="en-US" dirty="0"/>
              <a:t>) par Moyenne, median, KNN</a:t>
            </a:r>
          </a:p>
          <a:p>
            <a:pPr marL="285750" indent="-285750">
              <a:buFontTx/>
              <a:buChar char="-"/>
            </a:pPr>
            <a:r>
              <a:rPr lang="en-US" dirty="0"/>
              <a:t>Min et Max Scaling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Utiliser</a:t>
            </a:r>
            <a:r>
              <a:rPr lang="en-US" dirty="0"/>
              <a:t> le Welch’s ANOVA test</a:t>
            </a:r>
          </a:p>
          <a:p>
            <a:pPr marL="285750" indent="-285750">
              <a:buFontTx/>
              <a:buChar char="-"/>
            </a:pPr>
            <a:r>
              <a:rPr lang="en-US" dirty="0"/>
              <a:t>Entrainer le premier model KD-SVAE-VCDN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27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7111-015E-C5CC-24E9-A07E45A6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B47B-E742-A35A-4397-AFB0E1FE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Train/Test split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5347F2-F5E3-B01D-8C15-F8891221AECE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7DCFEE-03C4-3B6E-ADAD-0115AF1A3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77D7E3C3-102B-F332-E510-1A937E44A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8F485C-856B-3D0A-FF0B-6A26497C0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558962"/>
            <a:ext cx="7772400" cy="42604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5E9B94-74DC-23A1-CC67-82785E23B912}"/>
              </a:ext>
            </a:extLst>
          </p:cNvPr>
          <p:cNvSpPr/>
          <p:nvPr/>
        </p:nvSpPr>
        <p:spPr>
          <a:xfrm>
            <a:off x="2355925" y="5185186"/>
            <a:ext cx="4475181" cy="52712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7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405E-2E60-A8C4-B22E-81AAD8BC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C4E8-8D70-D1F3-CF32-F5B8F222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 err="1"/>
              <a:t>preprocessing</a:t>
            </a:r>
            <a:r>
              <a:rPr lang="fr-FR" sz="3200" dirty="0"/>
              <a:t> miRNA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EBF1E5-79A1-7230-B3EC-A6D834446715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91C60A-A320-9044-885F-B446C2043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D8595235-71D9-6139-629D-316B71C26B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A94773-9FC7-031C-B1D3-7B9A0A83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54" y="1871113"/>
            <a:ext cx="8210352" cy="33877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A35AFE-B340-E39B-103C-3FBC96EF46B4}"/>
              </a:ext>
            </a:extLst>
          </p:cNvPr>
          <p:cNvSpPr/>
          <p:nvPr/>
        </p:nvSpPr>
        <p:spPr>
          <a:xfrm>
            <a:off x="5071713" y="4878095"/>
            <a:ext cx="3694693" cy="3807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1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CBA0-A259-8CE2-E9D2-FC083DD0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8CBB-8267-66AD-6E2C-C88B84AB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 err="1"/>
              <a:t>preprocessing</a:t>
            </a:r>
            <a:r>
              <a:rPr lang="fr-FR" sz="3200" dirty="0"/>
              <a:t> </a:t>
            </a:r>
            <a:r>
              <a:rPr lang="fr-FR" sz="3200" dirty="0" err="1"/>
              <a:t>RNAseq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17A12-10BA-B2CC-055E-64C4656B9F3A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0A8475-89E9-744A-9FE0-4D1CC8AD6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EFEDC675-2162-AE3F-EF72-1D4808B93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0834FD-FAE6-593A-5E0B-9CE40D8D4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54" y="1891248"/>
            <a:ext cx="7772400" cy="33676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A47B1D-154C-0575-1DB0-5913871B66F9}"/>
              </a:ext>
            </a:extLst>
          </p:cNvPr>
          <p:cNvSpPr/>
          <p:nvPr/>
        </p:nvSpPr>
        <p:spPr>
          <a:xfrm>
            <a:off x="4633761" y="4893734"/>
            <a:ext cx="3694693" cy="3807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0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1D160-4E93-5E89-AD70-A7E4042C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0ADE4-5FCC-A38C-FF31-B38F36BA8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 err="1"/>
              <a:t>preprocessing</a:t>
            </a:r>
            <a:r>
              <a:rPr lang="fr-FR" sz="3200" dirty="0"/>
              <a:t> </a:t>
            </a:r>
            <a:r>
              <a:rPr lang="fr-FR" sz="3200" dirty="0" err="1"/>
              <a:t>RNAseq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94B6B0-4317-EA83-3B3D-0A6F4039C728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6D4E2B-510D-D3CE-3127-458CC9098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3EA3F943-2046-2B3B-B250-2851DDF91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CCE326-E00C-7E10-108C-6484D64F8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54" y="1393086"/>
            <a:ext cx="7772400" cy="49238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611924-8890-5BC5-B27B-93062F788B0B}"/>
              </a:ext>
            </a:extLst>
          </p:cNvPr>
          <p:cNvSpPr/>
          <p:nvPr/>
        </p:nvSpPr>
        <p:spPr>
          <a:xfrm>
            <a:off x="747561" y="5819389"/>
            <a:ext cx="4663535" cy="4975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2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6104E-6A16-E406-4B27-410670F5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43D2-B539-35F0-ACA2-E0D2FDCC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Entrainement des </a:t>
            </a:r>
            <a:r>
              <a:rPr lang="fr-FR" sz="3200" dirty="0" err="1"/>
              <a:t>Teachers</a:t>
            </a:r>
            <a:r>
              <a:rPr lang="fr-FR" sz="3200" dirty="0"/>
              <a:t> et </a:t>
            </a:r>
            <a:r>
              <a:rPr lang="fr-FR" sz="3200" dirty="0" err="1"/>
              <a:t>Students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E98EAA-AA12-5392-8CAF-35B994BB36BA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8F10A9-4898-C14D-BD5C-678B188DA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E0085EC7-4882-4AA0-5A3A-B7F6CE661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233C45-E9F5-5F0C-2612-BF868C419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89" y="1295019"/>
            <a:ext cx="4582568" cy="2736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84F88-8EA4-2054-6F1B-CE32369F4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7333" y="4107541"/>
            <a:ext cx="4582568" cy="27504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EFAD9D-D07C-FCAB-F88E-B4923BA13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0416" y="1281243"/>
            <a:ext cx="4602528" cy="27504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CC1E49-553C-066A-ADE2-0E1986CBE82E}"/>
              </a:ext>
            </a:extLst>
          </p:cNvPr>
          <p:cNvSpPr txBox="1"/>
          <p:nvPr/>
        </p:nvSpPr>
        <p:spPr>
          <a:xfrm>
            <a:off x="8901735" y="4896058"/>
            <a:ext cx="2763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1 : miRNA</a:t>
            </a:r>
          </a:p>
          <a:p>
            <a:r>
              <a:rPr lang="en-US" dirty="0"/>
              <a:t>Teacher 2 : </a:t>
            </a:r>
            <a:r>
              <a:rPr lang="en-US" dirty="0" err="1"/>
              <a:t>RNAseq</a:t>
            </a:r>
            <a:endParaRPr lang="en-US" dirty="0"/>
          </a:p>
          <a:p>
            <a:r>
              <a:rPr lang="en-US" dirty="0"/>
              <a:t>Teacher 3 : Methylation</a:t>
            </a:r>
          </a:p>
        </p:txBody>
      </p:sp>
    </p:spTree>
    <p:extLst>
      <p:ext uri="{BB962C8B-B14F-4D97-AF65-F5344CB8AC3E}">
        <p14:creationId xmlns:p14="http://schemas.microsoft.com/office/powerpoint/2010/main" val="2436422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C56E-6BF9-12A6-B501-E3841B8C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B198-28A5-3ECC-E33A-C0571049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Entrainement des </a:t>
            </a:r>
            <a:r>
              <a:rPr lang="fr-FR" sz="3200" dirty="0" err="1"/>
              <a:t>Teachers</a:t>
            </a:r>
            <a:r>
              <a:rPr lang="fr-FR" sz="3200" dirty="0"/>
              <a:t> et </a:t>
            </a:r>
            <a:r>
              <a:rPr lang="fr-FR" sz="3200" dirty="0" err="1"/>
              <a:t>Students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343283-862F-CAE3-B153-C2A745EFA41A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1866DD-9CC7-4C11-DCA6-2E3E0C5B0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D687EABF-8562-803B-1D91-D860778027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88C57A-3F59-BD3F-3B25-64E8C10E5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3560" y="1647972"/>
            <a:ext cx="7772400" cy="468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1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F8E5-7079-3311-21ED-D70658E0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5599-B2FA-C996-CEA3-49FFEB8B5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Entrainement des </a:t>
            </a:r>
            <a:r>
              <a:rPr lang="fr-FR" sz="3200" dirty="0" err="1"/>
              <a:t>Teachers</a:t>
            </a:r>
            <a:r>
              <a:rPr lang="fr-FR" sz="3200" dirty="0"/>
              <a:t> et </a:t>
            </a:r>
            <a:r>
              <a:rPr lang="fr-FR" sz="3200" dirty="0" err="1"/>
              <a:t>Students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D6EA80-51D7-EBD3-91A8-11A8B35BD36C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A84BE7-FB86-4265-BF3D-A547EB74A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A97A79AA-F199-34D7-D163-2C02F64660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05948A-00AB-1413-8F01-F801CA479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0710" y="1723811"/>
            <a:ext cx="6750580" cy="420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9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84</Words>
  <Application>Microsoft Macintosh PowerPoint</Application>
  <PresentationFormat>Widescreen</PresentationFormat>
  <Paragraphs>26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Point d’avancement</vt:lpstr>
      <vt:lpstr>Points à aborder</vt:lpstr>
      <vt:lpstr>Train/Test split</vt:lpstr>
      <vt:lpstr>preprocessing miRNA</vt:lpstr>
      <vt:lpstr>preprocessing RNAseq</vt:lpstr>
      <vt:lpstr>preprocessing RNAseq</vt:lpstr>
      <vt:lpstr>Entrainement des Teachers et Students</vt:lpstr>
      <vt:lpstr>Entrainement des Teachers et Students</vt:lpstr>
      <vt:lpstr>Entrainement des Teachers et Students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Bastero Anegon (Student at CentraleSupelec)</dc:creator>
  <cp:lastModifiedBy>Alberto Bastero Anegon (Student at CentraleSupelec)</cp:lastModifiedBy>
  <cp:revision>2</cp:revision>
  <dcterms:created xsi:type="dcterms:W3CDTF">2026-01-26T09:15:52Z</dcterms:created>
  <dcterms:modified xsi:type="dcterms:W3CDTF">2026-01-26T16:04:31Z</dcterms:modified>
</cp:coreProperties>
</file>