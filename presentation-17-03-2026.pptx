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64" r:id="rId4"/>
    <p:sldId id="260" r:id="rId5"/>
    <p:sldId id="261" r:id="rId6"/>
    <p:sldId id="262" r:id="rId7"/>
    <p:sldId id="263" r:id="rId8"/>
    <p:sldId id="265" r:id="rId9"/>
    <p:sldId id="266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82"/>
  </p:normalViewPr>
  <p:slideViewPr>
    <p:cSldViewPr snapToGrid="0">
      <p:cViewPr>
        <p:scale>
          <a:sx n="124" d="100"/>
          <a:sy n="124" d="100"/>
        </p:scale>
        <p:origin x="-32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27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383 1 24575,'-85'30'0,"0"-1"0,41-2 0,-50 7 0,19 1 0,76-17 0,6-5 0,12 1 0,19 9 0,21 14 0,17 14 0,-33-19 0,1 1 0,-3 1 0,0 0 0,29 30 0,-19-11 0,-18-12 0,-14-11 0,-10-8 0,-8-5 0,-8-5 0,-16 0 0,-27 1 0,-26 2 0,27-7 0,-1-1 0,-45 1 0,20-4 0,36-4 0,22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28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42 240 24575,'6'0'0,"9"0"0,5 0 0,6 0 0,4 0 0,-7-4 0,5-5 0,-4-11 0,0-6 0,-3-1 0,-7 0 0,-7 4 0,-5 3 0,-3 2 0,-4 3 0,-10 0 0,-5 0 0,-7 4 0,1 4 0,4 5 0,-3 2 0,3 0 0,-1 0 0,5 1 0,2 3 0,0 5 0,-1 6 0,2 3 0,5 0 0,7-4 0,3-6 0,0-4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30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260 193 24575,'3'-1'0,"-1"-6"0,0-6 0,-2-3 0,0-6 0,0 0 0,-4-1 0,-10-2 0,-12 7 0,-14 1 0,-4 4 0,4 4 0,8 4 0,10 3 0,9 4 0,6 3 0,2 4 0,2 5 0,1 6 0,-1 19 0,3 36 0,0-20 0,0 6 0,0 21 0,0 6 0,1 10 0,2 2 0,1-32 0,3 0 0,0-1 0,7 28 0,3-4 0,3-14 0,2-4 0,0-9 0,-1-4 0,-5-8 0,-1-3 0,6 32 0,-11-25 0,-9-21 0,-5-19 0,-11-9 0,-18-13 0,-14-19 0,-6-45 0,30 15 0,5-6 0,6-13 0,6-3 0,5-2 0,6 3 0,3 14 0,5 5 0,13-15 0,0 40 0,-13 23 0,-6 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31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24575,'0'12'0,"0"20"0,0 34 0,0 18 0,1-31 0,1 3 0,2 3 0,1 0 0,1-1 0,1 0 0,2-3 0,0-4 0,8 26 0,-5-29 0,-1-16 0,-7-19 0,-1-5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32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1 162 24575,'0'5'0,"0"-14"0,0-13 0,0-8 0,1 1 0,4 10 0,6 11 0,9 2 0,9 10 0,9 12 0,1 11 0,-2 8 0,-6 3 0,-12-3 0,-8-5 0,-7-6 0,-4-5 0,0-10 0,0-15 0,1-22 0,8-20 0,17-9 0,24 1 0,21 12 0,11 17 0,-5 12 0,-18 15 0,-21 11 0,-20 5 0,-11 4 0,-6-6 0,-1-8 0,1-10 0,2-3 0,4 1 0,3 3 0,1 7 0,-2 6 0,-2 6 0,-3 2 0,-2-1 0,-2-8 0,0-2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34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24575,'0'61'0,"0"12"0,0 7 0,0-30 0,0 2 0,0 3 0,0 1 0,0 6 0,0 2 0,0 10 0,0 0 0,0-5 0,0-1 0,0 3 0,0-1 0,2-4 0,3 0 0,5-3 0,3-1 0,4-4 0,6-2 0,4-3 0,4-3 0,3-2 0,1-2 0,4 0 0,2-2 0,2 0 0,1-2 0,-3-4 0,0-2 0,30 22 0,-16-19 0,-13-14 0,-9-8 0,-7-5 0,-6-3 0,-11-6 0,-1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36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1074 24575,'1'-18'0,"2"-21"0,5-11 0,11-29 0,7-17 0,-14 42 0,-1-3 0,-2-10 0,-2-3 0,-4 5 0,-2 2 0,0 5 0,-2 2 0,-2-38 0,-11 25 0,-9 18 0,-11 12 0,-4 13 0,3 12 0,3 7 0,5 5 0,7 3 0,5 5 0,6 7 0,3 10 0,3 18 0,2 29 0,1-15 0,0 6 0,0 21 0,0 6 0,0 10 0,0 2 0,0 0 0,1-1 0,0-13 0,1-6 0,1-21 0,2-6 0,7 17 0,2-37 0,0-22 0,-2-6 0,1-5 0,1 0 0,-3 0 0,-3 0 0,-4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37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0 279 24575,'5'0'0,"6"0"0,7 0 0,7 0 0,8 0 0,1-2 0,-1-10 0,-5-8 0,-9-8 0,-8-5 0,-5 2 0,-8-2 0,-8 1 0,-10 1 0,-7 4 0,0 10 0,3 8 0,12 6 0,4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38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24575,'0'7'0,"3"1"0,3 1 0,5-2 0,3-2 0,1-3 0,1-2 0,-3-2 0,-4-1 0,-4-5 0,-4-3 0,1 1 0,3 10 0,7 23 0,10 28 0,5 22 0,0 11 0,-7 0 0,-9-6 0,-7-13 0,-3-17 0,-2-19 0,-3-17 0,-2-6 0,2-5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39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24575,'6'0'0,"6"0"0,4 0 0,7 0 0,4 0 0,-2 0 0,0-1 0,-13 0 0,-4-1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40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41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24575,'0'13'0,"0"14"0,0 18 0,0 12 0,0 11 0,0-4 0,0-6 0,0-12 0,0-14 0,0-11 0,0-9 0,0-1 0,1-3 0,3-1 0,8 1 0,9 0 0,9-1 0,10-2 0,4-3 0,4-2 0,-4 0 0,-7 0 0,-17 0 0,-9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43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24575,'70'0'0,"10"0"0,16 0 0,-7 0 0,8 0 0,12 0-1405,-35 0 1,6 0 0,5 0-1,4 0 1,3 0 0,2 0-1,1 0 1303,-3 0 1,2 0 0,4 0 0,2 0 0,1 0 0,1 0 0,0 0 0,0 0-1,-1 0 102,-7 0 0,0 0 0,0 0 0,0 0 0,1 0 0,0 0 0,-1 0 0,1 0 0,-1 0 0,-1 0 0,9 0 0,1 0 0,0 0 0,0 0 0,-1 0 0,-2 0 0,-1 0 0,-4 0 0,-3 0 125,3 0 1,-3 0 0,-1 0 0,-4 0 0,-3 0 0,-3 0 0,-6 0-126,16 0 0,-7 0 0,-6 0 0,-3 0 631,1 0 1,-5 0 0,-10 0-632,27 0 0,-67 0 0,-19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44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24575,'0'59'0,"0"10"0,0 11 0,0-16 0,0 2 0,0 4-741,0 21 0,0 5 0,0-1 741,0-2 0,0 1 0,0-4 0,0-11 0,0-3 0,0-2 0,0 27 0,0-11 0,0-7 0,0-45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44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24575,'0'-2'0,"0"0"0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45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24575,'63'0'0,"1"0"0,10 0 0,10 0 0,4 0 0,-6 0 0,4 0 0,3 0 0,2 0-1054,-7 0 1,3 0-1,2 0 1,0 0-1,1 0 1054,2 0 0,0 0 0,1 0 0,0 0 0,0 0 0,-1 0 0,0 0 0,0 0 0,0 0 0,-2 0 0,-3 0 0,0 0 0,-1 0 0,-2 0 0,-3 0 226,7 0 0,-3 0 0,-3 0 0,-5 0-226,1 0 0,-4 0 0,-9 0 199,-6 0 0,-9 0 0,2 0 0,-34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47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24575,'43'30'0,"-7"3"0,3 9 0,14 17 0,3 9-718,-10-7 0,0 5 0,-1 4 718,-1 8 0,-2 5 0,-3 3 0,-8-15 0,-2 1 0,-2 2 0,-2 2-472,0 8 1,-4 3-1,-1 2 0,-3 0 472,-3 5 0,-2 1 0,-3 1 0,-1 0 0,-1 0 0,-2 0 0,-2 0 0,0 0 0,-2-1 0,0 1 0,-1-2 0,0-3 59,-1-9 0,0-2 0,0-3 0,-2-2-59,0 7 0,-1-4 0,-1-5 0,-3 9 0,-4-9 0,-21 15 953,-8-28-953,-15 7 1017,25-27 1,-1 2-1018,-25 38 817,13-15-817,18-24 0,15-25 0,7-10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52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24575,'8'0'0,"9"0"0,9 0 0,6 0 0,7 2 0,-2 8 0,-1 11 0,-3 10 0,-2 9 0,-4 5 0,-2 7 0,-2 7 0,-2 12 0,-3 11 0,-5 11 0,-8-42 0,-1 1 0,-1 4 0,0 0 0,0 3 0,1 0 0,1-1 0,-1 0 0,-1-3 0,1 0 0,4 43 0,-1-6 0,-1 0 0,2 5 0,-4-46 0,0-1 0,1 1 0,0-1 0,0 0 0,0 0 0,6 40 0,-1-4 0,0-9 0,-2-3 0,-1 4 0,1 3 0,0 3 0,0-3 0,3-5 0,0-4 0,3-7 0,1-6 0,0-11 0,-1-12 0,-2-9 0,-2-7 0,-1-2 0,1 1 0,3 0 0,1 3 0,1 2 0,5 1 0,6 6 0,9 4 0,9 7 0,8 6 0,11 5 0,7 1 0,1-1 0,2-2 0,1-3 0,9-4 0,-36-23 0,2-1 0,4-1 0,1-2 0,5 0 0,0-2 0,0-1 0,0 0 0,-2-3 0,-1-1 0,-5-2 0,0-1 0,39 1 0,-12-7 0,-2-1 0,0 0 0,3 0 0,8 0 0,5 0 0,-43 0 0,2 0 0,3 0 0,1 0 0,0 0 0,1 0 0,-2 0 0,0 0 0,40 0 0,-15 0 0,-12 0 0,-8 0 0,-6 0 0,-11 0 0,-10 0 0,-11 0 0,-9 2 0,-5-2 0,-3 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55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24575,'29'0'0,"27"0"0,-5 0 0,5 0 0,7 0 0,2 0 0,4 0 0,1 0 0,5 0 0,2 0 0,-3 0 0,0 0 0,2 0 0,-2 0 0,-11 0 0,-6 0 0,20 0 0,-38 0 0,-29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56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24575,'17'24'0,"8"9"0,5 4 0,2 4 0,-4-10 0,2-3 0,2 2 0,-2-6 0,-7-1 0,-10-3 0,-8-3 0,-10 1 0,-13 6 0,-14 6 0,-12 9 0,-1 2 0,7-6 0,11-7 0,13-16 0,8-5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5:59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24575,'-2'0'0,"4"0"0,5 0 0,9 0 0,14 0 0,15 0 0,18 0 0,13 6 0,3 12 0,1 11 0,-5 10 0,-3 5 0,-5 0 0,-7-1 0,-9 1 0,-8-4 0,-7 0 0,-3 2 0,-1 2 0,-1 4 0,2 4 0,-2 2 0,1 3 0,-4 1 0,1-3 0,3-1 0,3-2 0,4-3 0,2-1 0,2-2 0,-1 1 0,0 0 0,-4-1 0,-1 1 0,-1-3 0,0 4 0,4 4 0,5 2 0,7 2 0,4-3 0,2-4 0,-2-7 0,-4-4 0,0-4 0,0-1 0,8 5 0,5 2 0,1 1 0,0-1 0,-6-6 0,-2-5 0,-3-2 0,3-1 0,4 2 0,3 1 0,3-1 0,3 1 0,-1 0 0,1 0 0,3-2 0,5-1 0,3 0 0,1-5 0,-10-3 0,-17-6 0,-11-3 0,-5-3 0,6-1 0,11 0 0,7-3 0,3 1 0,0-3 0,-5 0 0,-6 0 0,-5 0 0,-1 0 0,0 0 0,-4 0 0,-5 0 0,1 0 0,7 0 0,10-1 0,3-2 0,-5-2 0,-12-2 0,-14 1 0,-8 3 0,-7 1 0,0 0 0,-1 0 0,-7 0 0,-1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7:42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24575,'0'37'0,"0"24"0,0 18 0,0 4 0,0 11 0,0 7-1269,0-19 0,0 5 1,0 4-1,0 2 0,0 1 1269,0-7 0,0 3 0,0 1 0,0 0 0,0 0 0,0-1 0,0-4 0,0 1 0,0-1 0,0-1 0,0-1 0,0-2 60,0 8 1,0 0 0,0-3 0,0-2-1,0-4-60,0 23 0,0-6 0,0-8 659,0 7 1,0-12-660,0-29 0,0-9 0,0-10 0,0-23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7:44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1329 0 24575,'-29'10'0,"-39"34"0,24-12 0,-3 6 0,-18 18 0,-2 8 0,20-15 0,1 3 0,1 0 0,-17 23 0,3 0 0,2-2 0,5-3 0,17-18 0,5-6 0,-6 8 0,12-27 0,-5-6 0,-27 28 0,12-5 0,-3 7 0,-8 12 0,0 3 0,2-1 0,4-4 0,11-13 0,4-5 0,-6 5 0,26-32 0,12-7 0,7 27 0,-2 22 0,0 17 0,-1 6 0,-1 11 0,0 3-282,0-11 1,0 3 0,-1 2 0,0 0 281,1 0 0,-1 2 0,1-2 0,0-5 0,0 9 0,0-4 0,0-10 0,0-2 0,1-13 0,1 1 0,-1-47 0,3-22 0,8-5 0,32 1 0,11 5 0,12 7 0,5 8 0,8 6 0,4 3 43,-11-1 0,4 1 1,1 3-1,-1 0-43,3 3 0,0 2 0,-1 1 0,-4-1 0,11 8 0,-5 1 0,-7-4 0,0 0 0,-12-5 0,10 7 0,-45-22 0,-17-8 0,-7-4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7:44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0 24575,'-3'0'0,"1"0"0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7:46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24575,'0'37'0,"0"17"0,0 17 0,0 5 0,0 16 0,0 5 0,0 11-1414,0-27 1,0 6 0,0 4-1,0 4 1,0 1 0,0 1 1413,0-3 0,0 3 0,0 3 0,0 0 0,0 0 0,0 0 0,0-2 0,0-4 0,0 0 0,0 0 0,0-1 0,0 0 0,0-1 0,0 0 17,0-2 0,0 2 0,0 0 0,0-2 0,0-2 0,0-3 0,0-6-17,0 22 0,0-5 0,0-7 0,0-8 849,0 27 1,0-17-850,0-3 0,0-62 0,0-23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7:47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24575,'65'0'0,"-10"0"0,4 0 0,8 0 0,2 0 0,11 0 0,-2 1 0,-19 0 0,-3 3 0,34 15 0,-10 25 0,-47-1 0,-4 8 0,6 19 0,-1 7 0,4 12 0,0 2 0,2 3 0,-2-4 0,-6-16 0,-3-7 0,9 21 0,-17-43 0,-12-32 0,-6-12 0,-5-11 0,-7-6 0,-5 1 0,-6 2 0,-5 5 0,-1 3 0,-10 27 0,-4 28 0,-4 19 0,-3 5 0,-3 12 0,-3 5-436,12-20 0,-2 3 0,-1 2 0,-1 3 0,0-1 436,-2 5 0,-2 3 0,0 1 0,1-2 0,1-2 0,6-9 0,0-1 0,1-2 0,2-1 0,1-5 0,-10 19 0,2-5 0,6-9 0,4-5 0,7-11 0,6-9 0,17-33 0,5-10 0,0-4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7:49.5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1554 0 24575,'0'58'0,"0"-2"0,0 8 0,0 18 0,0 6 0,0-21 0,0 3 0,0 0 0,0 0 0,0 1 0,0-4 0,0 19 0,0-5 0,0-12 0,0-6 0,0 12 0,-1-49 0,-2-20 0,-5-10 0,-12 1 0,-32 1 0,1 14 0,-8 9 0,-22 15 0,-6 10 0,16-4 0,-1 4 0,-1 4-193,13-6 0,0 3 1,0 2-1,2-1 193,-19 17 0,1 1 0,3-1 0,6-4 0,2 0 0,4-2 0,9-9 0,3 0 0,4-3 0,-4 6 0,7-4 0,-8 14 0,28-27 0,15-15 0,5-12 0,2-3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5:57:51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24575,'1'-4'0,"11"2"0,20 1 0,20 1 0,25 0 0,14 0 0,3 0 0,6 0 0,-4 0 0,3 0 0,-6 0 0,-11 0 0,-18 1 0,-22 4 0,-14 5 0,-10 4 0,-8 3 0,-4-3 0,-4 0 0,-3-2 0,-6-4 0,-9-5 0,-7-7 0,-4-5 0,4-1 0,4 1 0,11 4 0,3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00:03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24575,'0'11'0,"0"10"0,0 9 0,0 2 0,0-3 0,0-11 0,0-5 0,0-4 0,0 0 0,0-1 0,0 10 0,0 19 0,0 17 0,0 5 0,0-10 0,2-20 0,1-15 0,3-8 0,4-6 0,6-3 0,4-5 0,4-3 0,4-2 0,-1-2 0,1 3 0,2 2 0,7 1 0,13 4 0,18 1 0,18 2 0,5 2 0,-4 0 0,-17 0 0,-20 0 0,-19 0 0,-14 0 0,-7 0 0,3 0 0,12 0 0,12 2 0,11 4 0,-3 1 0,-12 0 0,-11-2 0,-9-3 0,-2-2 0,-3-2 0,2-2 0,-2-1 0,3-3 0,-2-2 0,2 0 0,4-3 0,6 1 0,6 2 0,4 1 0,-3 4 0,-10 2 0,-8 1 0,-6-4 0,-4-6 0,-2-7 0,-4-3 0,-3-1 0,-3 1 0,1 4 0,0 2 0,2 2 0,3 2 0,2-2 0,2-1 0,2 0 0,0 1 0,0 1 0,0 6 0,0 8 0,0 10 0,0 7 0,0 8 0,0 5 0,0 5 0,0 1 0,0-2 0,0-3 0,0-5 0,0-3 0,0-3 0,0-4 0,-2-3 0,-1-4 0,-2-1 0,-2-3 0,-1-1 0,1 1 0,0-2 0,1-1 0,-2-1 0,0-2 0,0 0 0,-2 0 0,-1 0 0,-4 0 0,-4 0 0,-4 0 0,-2-2 0,1-4 0,2-5 0,3-3 0,3-1 0,2 4 0,1 3 0,-23 4 0,-37 4 0,4-1 0,-3 1 0,19 0 0,-1 1 0,-18 0 0,7 0 0,21 2 0,0-1 0,28-1 0,-2 3 0,-19 6 0,-19 7 0,-8 4 0,9-4 0,24-9 0,18-8 0,9-6 0,4-6 0,0-3 0,0-6 0,0-1 0,0 0 0,0 1 0,-2 0 0,-1 1 0,-4 1 0,0 3 0,-1 5 0,2 3 0,2 0 0,1 0 0,-1-1 0,-2 3 0,-1 2 0,2 1 0,0 0 0,3 2 0,4 0 0,4 5 0,5 3 0,0 2 0,-1 0 0,-2-3 0,0 2 0,2 1 0,3 2 0,1 4 0,1 2 0,0 1 0,1 2 0,-2 0 0,-4-1 0,-3-3 0,-5-7 0,-1-5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00:22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708 1 24575,'-35'0'0,"-15"0"0,-26 0 0,-12 0 0,12 0 0,12 0 0,16 0 0,10 0 0,0 5 0,8 6 0,4 5 0,6 4 0,4 0 0,3-3 0,-1 7 0,-6 7 0,-2 3 0,3-1 0,8-9 0,7-5 0,4 10 0,2 25 0,4 35 0,0-30 0,0 4 0,2 5 0,1 2 0,0 0 0,0 1 0,-1-6 0,-1-2 0,-1-3 0,-2-2 0,0-2 0,-1 0 0,-1-4 0,-2 0 0,1-1 0,-2 0 0,1 42 0,0-11 0,0-8 0,0-11 0,1-9 0,1-13 0,1-13 0,2-11 0,1-7 0,1-5 0,2-4 0,2-1 0,15 0 0,39 0 0,-8 3 0,7 2 0,14 4 0,4 2 0,0 1 0,0 3 0,-5 1 0,-3 1 0,-13-1 0,-5-1 0,34 7 0,-23-6 0,-33-8 0,-14-6 0,-11-2 0,-3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03:27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24575,'17'0'0,"16"0"0,12 0 0,23 0 0,5 0 0,0 0 0,-27 0 0,-19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03:28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24575,'20'0'0,"16"0"0,12 0 0,30 0 0,-28 0 0,4 0 0,21 0 0,6 0 0,10 0 0,3 0 0,6 0 0,0 0 0,-4 0 0,-4 0 0,-20 0 0,-5 0 0,-13 0 0,-7 0 0,-4 0 0,-25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03:29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24575,'43'0'0,"14"0"0,13 0 0,9 0 0,11 0 0,4 0 0,-1 0 0,-15 0 0,-45 0 0,-10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03:42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95 24575,'11'0'0,"13"0"0,11 0 0,11 0 0,9 0 0,3 0 0,9 0 0,0 0 0,-5 0 0,-4 0 0,-7 0 0,-3 0 0,-1-2 0,3-1 0,3 0 0,4-1 0,0 1 0,-2-2 0,0-1 0,-5-1 0,1-1 0,-4 0 0,-3-1 0,-4 2 0,-6 1 0,-4 1 0,-4 0 0,-4 3 0,2 0 0,4 1 0,4 1 0,4-2 0,2-1 0,-1 1 0,-1 0 0,-4 2 0,-3 0 0,-2 0 0,-4 0 0,-1 0 0,0 0 0,-3 0 0,-2 0 0,-3 0 0,-2 0 0,1 0 0,1 0 0,0 0 0,2 0 0,-7 0 0,-3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6:05:55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0 109 24575,'2'11'0,"7"12"0,9 11 0,11 8 0,9-2 0,1-8 0,-2-6 0,-7-9 0,-7-6 0,-2-6 0,9-4 0,24 1 0,26 3 0,-30 0 0,2 2 0,4 0 0,0 1 0,-1 0 0,0 0 0,-2-2 0,-1 0 0,47 0 0,-7-3 0,-5-3 0,-8 0 0,-3 0 0,-1-2 0,1-2 0,0-6 0,-7-3 0,-10-1 0,-6 1 0,-8 3 0,-3 0 0,4 0 0,2 0 0,1-1 0,1 1 0,-5 1 0,-6 0 0,-6 2 0,-8 0 0,-8 0 0,-5-1 0,-6 0 0,-3 0 0,1 0 0,-2-3 0,0-7 0,0-6 0,-2-6 0,-5-1 0,-7 2 0,-6 3 0,-1 5 0,5 5 0,8 2 0,4 7 0,2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260A0-5A17-684B-BBEB-DB89035D0DFC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D62E1-FB35-CA43-BED8-941027C54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B7B75-F4AA-3808-78F1-956BB4F61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EC285-1C6A-04D9-E101-78E0A2772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C37A7-1967-BF88-D3FF-6F2384C8F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657DC-6244-80CD-3A5F-43C89CAC0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02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287EB-7846-EC89-5F17-1E36CF3A5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7AED5C-6631-F44B-CD41-3F292E6B3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E2EC4-60B8-2DE8-78C7-534970895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96A6E-EC40-3C2B-AB27-C1A6313BC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81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7358-3EB4-F819-329C-B6EE8A8A8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722AB-E93D-9A92-7298-40F05C8ED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2FA8E-04F6-0629-0C88-7B70F42CB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DB4C1-5190-5E4C-1CBA-BC987CB7C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83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FD859-9B05-D4AE-85F6-C7119F1D8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09D64-55E4-7D36-D435-34A3384BF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6FEA1-DDA8-D257-E765-3EE187555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DDAFB-9874-D623-5539-D20154ADA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47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49757-E142-58D7-7C3A-A24EDD0D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12CC3-BB5C-0A07-6672-C717A19F0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336EA-DFDC-FF0F-255E-5277301E1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B6B6C-E6F6-0DEB-9CBC-624A74C20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87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7FF64-6257-921D-AD6C-43BE77812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B20FE-8321-D74A-D010-E7DDD4531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A6E13-447E-15AF-E609-EB2FB89F7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1B28D-9FFB-2C52-6133-9EBACFC0D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97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BA0FD-00FA-B9F6-13E6-ABEE246D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6C315-070B-5B98-DC53-DB6409E5F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051F7-0F1D-1E3B-405F-D59971782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13B51-EA57-7C09-7588-4E683D959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35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3E0E5-694B-3CDA-2795-ECD1DD80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46DC7-6D8B-B2AA-20A6-1DBA3C969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6A26B-AA72-DBA7-F4E7-FE7F68461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ECEAE-B8BA-5E6C-C218-BA50B1C87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18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C74FD-BA49-20B2-DFC4-43419F962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05A24-945B-D6E4-FE3C-B3BB460CB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B0CF2-5AC1-F67E-C6B4-A523C0DF2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24322-4291-C68F-465C-DFD12FA9A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86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61EA4-A88A-F957-C590-52996D619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BD4975-3F8E-2B1E-6DD3-637B172AD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AB1FC-724E-CB13-94CE-93D5EA776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07836-A488-8F86-FF4A-F930981D0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87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41A1-0E3D-91FA-AF8F-D7EF5D944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ABB62-CB2F-FD7D-AB4A-65590D629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1D583-2BA7-D9C9-33BF-AF200B298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CF18-718B-0941-A423-C30FC1BAC9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72030-A339-27F2-0151-69A49A0F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FF843-C1CA-2BDE-7F8A-1BC47B77E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1BDF-FF89-044D-AC5C-98C4D837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3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1665-51D1-7278-5766-6FEE2222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29C2-FE85-F27F-631C-8C71B68A3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2BB5F-02FC-C4D2-B388-37B5B5BB4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CF18-718B-0941-A423-C30FC1BAC9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EACD9-0996-FF4E-6CE8-17F8A5BC5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AA29C-8821-CE65-D971-E65510C8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1BDF-FF89-044D-AC5C-98C4D837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6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61E2-84A0-DC07-5F6E-DDF4BC6D1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96031-70C0-C77B-BC6E-1BCF046FB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305BF-7EC7-1E19-8248-0D1A782D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CF18-718B-0941-A423-C30FC1BAC9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FD5B-DE04-F4DC-10B4-FE24B8A6F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4A108-462F-6A19-D399-4655F60E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1BDF-FF89-044D-AC5C-98C4D837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8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6EC7C-C8F3-9868-497D-B55CECB0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1BDEA-000D-789A-FCB5-AD113F88C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AEAD9-23EC-A330-A8E1-CA858BE1E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BC0D2-FA0C-13B1-4616-0441A30D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CF18-718B-0941-A423-C30FC1BAC9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AE57D-B8CD-504F-1CED-FD727545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32F24-CEA9-D44A-A423-0E68CF52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1BDF-FF89-044D-AC5C-98C4D837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2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658A-A791-01DA-077A-811E8AFA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AB5C7-D8E5-9190-6A8D-0E7A04219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D52FC-2478-D164-DCBD-BD0BBACD1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6E432-5B62-A133-9F13-93AC62B3D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F08F5-D006-2209-4095-5BEB6E755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035917-96CA-3824-2F34-C945942B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CF18-718B-0941-A423-C30FC1BAC9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8F766E-B292-EA76-ED1D-2983F74C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B99BA-F5CB-300F-FCF1-8D7F3596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1BDF-FF89-044D-AC5C-98C4D837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85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F9CF-496C-5DF1-AE26-5DB7BF29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F9C9F-A49F-1BF8-6B62-12A116035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CF18-718B-0941-A423-C30FC1BAC9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73D9B-007C-8A04-8A4A-DED2DD999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5F09D-B152-8429-29A7-61B0E165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1BDF-FF89-044D-AC5C-98C4D837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6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B183B-8945-4B6C-C20E-1A6A9681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CF18-718B-0941-A423-C30FC1BAC9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CD473F-E5B5-78A2-2F0D-E5483A2DC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16E20-B142-9EE8-81E1-8E76CF46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1BDF-FF89-044D-AC5C-98C4D837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2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C41E-5A33-3D76-E9CB-22F6C7C52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68C92-C7B6-4278-1F71-BD5D208F0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5E326-06C5-4AF6-BB37-6220F2954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C7D3F-0715-5C97-813A-5AAF300D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CF18-718B-0941-A423-C30FC1BAC9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55DA-4C2E-7FE8-3A4A-8F0B3347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1BEA4-9813-1754-5948-8402E1B8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1BDF-FF89-044D-AC5C-98C4D837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1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D5138-0CCE-B3FB-752B-ADC558B53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FC2B9A-696A-5538-9F32-9D6D05970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233-9C90-9528-708C-07AD66325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4F408-543C-969A-DCAF-B11B5A32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CF18-718B-0941-A423-C30FC1BAC9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D90EF-53C3-E774-365C-285F5D250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3C8F4-9ABA-485A-9697-10482C97C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1BDF-FF89-044D-AC5C-98C4D837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0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8590-DD46-6FA3-DF1E-04385835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8B024-B0AD-6A95-4682-C723039E9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3CBE8-0D35-D8D0-5F8C-95783DC3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CF18-718B-0941-A423-C30FC1BAC9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E5FA8-AE3B-593D-1A8E-00D9DCE1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66AF3-CB79-B983-E34C-3146F3C7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1BDF-FF89-044D-AC5C-98C4D837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0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84AC4-440F-6889-B608-825831FDB5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D7FB2-9F63-49B3-B843-7CB576781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F82F3-5008-D24F-531C-B1AD5FAF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CF18-718B-0941-A423-C30FC1BAC9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12D79-2DAB-B8E3-2557-D6C99BC52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C144E-DBFA-EE5A-BB91-A36D22F00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1BDF-FF89-044D-AC5C-98C4D837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86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F9A175-4132-D18C-D441-34840686C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EBAE8-078A-43D3-BB5E-9C80636A7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137DA-6FF7-9D35-AF67-1E7D19406A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ECF18-718B-0941-A423-C30FC1BAC9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70609-7F5B-D240-3D52-411422EFC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9FD26-1A2D-7331-1184-8D116EC1B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4E1BDF-FF89-044D-AC5C-98C4D837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9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.png"/><Relationship Id="rId21" Type="http://schemas.openxmlformats.org/officeDocument/2006/relationships/customXml" Target="../ink/ink9.xml"/><Relationship Id="rId42" Type="http://schemas.openxmlformats.org/officeDocument/2006/relationships/customXml" Target="../ink/ink20.xml"/><Relationship Id="rId47" Type="http://schemas.openxmlformats.org/officeDocument/2006/relationships/image" Target="../media/image23.png"/><Relationship Id="rId63" Type="http://schemas.openxmlformats.org/officeDocument/2006/relationships/customXml" Target="../ink/ink31.xml"/><Relationship Id="rId68" Type="http://schemas.openxmlformats.org/officeDocument/2006/relationships/image" Target="../media/image33.png"/><Relationship Id="rId7" Type="http://schemas.openxmlformats.org/officeDocument/2006/relationships/customXml" Target="../ink/ink2.xml"/><Relationship Id="rId71" Type="http://schemas.openxmlformats.org/officeDocument/2006/relationships/customXml" Target="../ink/ink35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image" Target="../media/image18.png"/><Relationship Id="rId40" Type="http://schemas.openxmlformats.org/officeDocument/2006/relationships/customXml" Target="../ink/ink19.xml"/><Relationship Id="rId45" Type="http://schemas.openxmlformats.org/officeDocument/2006/relationships/image" Target="../media/image22.png"/><Relationship Id="rId53" Type="http://schemas.openxmlformats.org/officeDocument/2006/relationships/customXml" Target="../ink/ink26.xml"/><Relationship Id="rId58" Type="http://schemas.openxmlformats.org/officeDocument/2006/relationships/image" Target="../media/image28.png"/><Relationship Id="rId66" Type="http://schemas.openxmlformats.org/officeDocument/2006/relationships/image" Target="../media/image32.png"/><Relationship Id="rId5" Type="http://schemas.openxmlformats.org/officeDocument/2006/relationships/customXml" Target="../ink/ink1.xml"/><Relationship Id="rId61" Type="http://schemas.openxmlformats.org/officeDocument/2006/relationships/customXml" Target="../ink/ink30.xml"/><Relationship Id="rId19" Type="http://schemas.openxmlformats.org/officeDocument/2006/relationships/customXml" Target="../ink/ink8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2.xml"/><Relationship Id="rId30" Type="http://schemas.openxmlformats.org/officeDocument/2006/relationships/image" Target="../media/image15.png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3.xml"/><Relationship Id="rId56" Type="http://schemas.openxmlformats.org/officeDocument/2006/relationships/image" Target="../media/image27.png"/><Relationship Id="rId64" Type="http://schemas.openxmlformats.org/officeDocument/2006/relationships/image" Target="../media/image31.png"/><Relationship Id="rId69" Type="http://schemas.openxmlformats.org/officeDocument/2006/relationships/customXml" Target="../ink/ink34.xml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5.png"/><Relationship Id="rId3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0.png"/><Relationship Id="rId41" Type="http://schemas.openxmlformats.org/officeDocument/2006/relationships/image" Target="../media/image20.png"/><Relationship Id="rId54" Type="http://schemas.openxmlformats.org/officeDocument/2006/relationships/image" Target="../media/image26.png"/><Relationship Id="rId62" Type="http://schemas.openxmlformats.org/officeDocument/2006/relationships/image" Target="../media/image30.png"/><Relationship Id="rId7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4.png"/><Relationship Id="rId36" Type="http://schemas.openxmlformats.org/officeDocument/2006/relationships/customXml" Target="../ink/ink17.xml"/><Relationship Id="rId49" Type="http://schemas.openxmlformats.org/officeDocument/2006/relationships/image" Target="../media/image24.png"/><Relationship Id="rId57" Type="http://schemas.openxmlformats.org/officeDocument/2006/relationships/customXml" Target="../ink/ink28.xml"/><Relationship Id="rId10" Type="http://schemas.openxmlformats.org/officeDocument/2006/relationships/image" Target="../media/image5.png"/><Relationship Id="rId31" Type="http://schemas.openxmlformats.org/officeDocument/2006/relationships/customXml" Target="../ink/ink14.xml"/><Relationship Id="rId44" Type="http://schemas.openxmlformats.org/officeDocument/2006/relationships/customXml" Target="../ink/ink21.xml"/><Relationship Id="rId52" Type="http://schemas.openxmlformats.org/officeDocument/2006/relationships/image" Target="../media/image25.png"/><Relationship Id="rId60" Type="http://schemas.openxmlformats.org/officeDocument/2006/relationships/image" Target="../media/image29.png"/><Relationship Id="rId65" Type="http://schemas.openxmlformats.org/officeDocument/2006/relationships/customXml" Target="../ink/ink32.xml"/><Relationship Id="rId4" Type="http://schemas.openxmlformats.org/officeDocument/2006/relationships/image" Target="../media/image2.png"/><Relationship Id="rId9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9.png"/><Relationship Id="rId39" Type="http://schemas.openxmlformats.org/officeDocument/2006/relationships/image" Target="../media/image19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customXml" Target="../ink/ink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CBC-4008-90C0-94FD-DD3D6B3DA9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 d’avancement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A20D2-C802-793A-006F-58CC64DAE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9455"/>
            <a:ext cx="9144000" cy="562189"/>
          </a:xfrm>
        </p:spPr>
        <p:txBody>
          <a:bodyPr/>
          <a:lstStyle/>
          <a:p>
            <a:r>
              <a:rPr lang="en-US" dirty="0"/>
              <a:t>26/01/2026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4E93A1-7D9F-5D20-D13A-8498DD2747E9}"/>
              </a:ext>
            </a:extLst>
          </p:cNvPr>
          <p:cNvCxnSpPr/>
          <p:nvPr/>
        </p:nvCxnSpPr>
        <p:spPr>
          <a:xfrm>
            <a:off x="1112108" y="3509963"/>
            <a:ext cx="1030553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310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D7111-015E-C5CC-24E9-A07E45A6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B47B-E742-A35A-4397-AFB0E1FE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1" y="377482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Problèmes rencontrés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5347F2-F5E3-B01D-8C15-F8891221AECE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7DCFEE-03C4-3B6E-ADAD-0115AF1A3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77D7E3C3-102B-F332-E510-1A937E44A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49C633-23AA-3B33-7C04-FA2E89DEA707}"/>
              </a:ext>
            </a:extLst>
          </p:cNvPr>
          <p:cNvSpPr txBox="1"/>
          <p:nvPr/>
        </p:nvSpPr>
        <p:spPr>
          <a:xfrm>
            <a:off x="556054" y="1420009"/>
            <a:ext cx="83694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Les Teachers </a:t>
            </a:r>
            <a:r>
              <a:rPr lang="en-US" dirty="0" err="1"/>
              <a:t>apprennent</a:t>
            </a:r>
            <a:r>
              <a:rPr lang="en-US" dirty="0"/>
              <a:t>, </a:t>
            </a:r>
            <a:r>
              <a:rPr lang="en-US" dirty="0" err="1"/>
              <a:t>mais</a:t>
            </a:r>
            <a:r>
              <a:rPr lang="en-US" dirty="0"/>
              <a:t> le student est </a:t>
            </a:r>
            <a:r>
              <a:rPr lang="en-US" dirty="0" err="1"/>
              <a:t>coincé</a:t>
            </a:r>
            <a:endParaRPr lang="en-US" dirty="0"/>
          </a:p>
          <a:p>
            <a:endParaRPr lang="en-US" dirty="0"/>
          </a:p>
          <a:p>
            <a:r>
              <a:rPr lang="en-US" dirty="0"/>
              <a:t>LOSS =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BCE </a:t>
            </a:r>
            <a:r>
              <a:rPr lang="en-US" dirty="0"/>
              <a:t>+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coef_1 * KLD </a:t>
            </a:r>
            <a:r>
              <a:rPr lang="en-US" dirty="0"/>
              <a:t>+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coef_2 *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Clf_loss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/>
              <a:t>+ </a:t>
            </a:r>
            <a:r>
              <a:rPr lang="en-US" dirty="0">
                <a:solidFill>
                  <a:schemeClr val="accent1"/>
                </a:solidFill>
              </a:rPr>
              <a:t>coef_3 * (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 * dl1 </a:t>
            </a:r>
            <a:r>
              <a:rPr lang="en-US" dirty="0">
                <a:solidFill>
                  <a:schemeClr val="accent1"/>
                </a:solidFill>
              </a:rPr>
              <a:t>+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 * dl2 </a:t>
            </a:r>
            <a:r>
              <a:rPr lang="en-US" dirty="0">
                <a:solidFill>
                  <a:schemeClr val="accent1"/>
                </a:solidFill>
              </a:rPr>
              <a:t>+ </a:t>
            </a:r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 * dl3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/>
              <a:t>Les Teachers </a:t>
            </a:r>
            <a:r>
              <a:rPr lang="en-US" dirty="0" err="1"/>
              <a:t>sont</a:t>
            </a:r>
            <a:r>
              <a:rPr lang="en-US" dirty="0"/>
              <a:t> trop </a:t>
            </a:r>
            <a:r>
              <a:rPr lang="en-US" dirty="0" err="1"/>
              <a:t>discrimant</a:t>
            </a:r>
            <a:r>
              <a:rPr lang="en-US" dirty="0"/>
              <a:t> (les soft labels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proches</a:t>
            </a:r>
            <a:r>
              <a:rPr lang="en-US" dirty="0"/>
              <a:t> de one hot encoding) -&gt; Gradients trop </a:t>
            </a:r>
            <a:r>
              <a:rPr lang="en-US" dirty="0" err="1"/>
              <a:t>importants</a:t>
            </a:r>
            <a:r>
              <a:rPr lang="en-US" dirty="0"/>
              <a:t> 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526A972-AF23-669E-22C1-14BBD65403AF}"/>
              </a:ext>
            </a:extLst>
          </p:cNvPr>
          <p:cNvGrpSpPr/>
          <p:nvPr/>
        </p:nvGrpSpPr>
        <p:grpSpPr>
          <a:xfrm>
            <a:off x="3253024" y="4402334"/>
            <a:ext cx="3396600" cy="1320120"/>
            <a:chOff x="3253024" y="4402334"/>
            <a:chExt cx="3396600" cy="13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DD2A30-9FDE-06F8-F5B5-8E543FF60726}"/>
                    </a:ext>
                  </a:extLst>
                </p14:cNvPr>
                <p14:cNvContentPartPr/>
                <p14:nvPr/>
              </p14:nvContentPartPr>
              <p14:xfrm>
                <a:off x="3253024" y="4660454"/>
                <a:ext cx="199080" cy="270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DD2A30-9FDE-06F8-F5B5-8E543FF6072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48704" y="4656134"/>
                  <a:ext cx="2077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C1129ED-A8A9-72D8-40D1-83839EDD5C1C}"/>
                    </a:ext>
                  </a:extLst>
                </p14:cNvPr>
                <p14:cNvContentPartPr/>
                <p14:nvPr/>
              </p14:nvContentPartPr>
              <p14:xfrm>
                <a:off x="3484864" y="4765214"/>
                <a:ext cx="101520" cy="86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C1129ED-A8A9-72D8-40D1-83839EDD5C1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80544" y="4760894"/>
                  <a:ext cx="110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68DAB84-8B1D-FB40-ECF1-9D1DA2242EC6}"/>
                    </a:ext>
                  </a:extLst>
                </p14:cNvPr>
                <p14:cNvContentPartPr/>
                <p14:nvPr/>
              </p14:nvContentPartPr>
              <p14:xfrm>
                <a:off x="3581704" y="4668734"/>
                <a:ext cx="96120" cy="578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68DAB84-8B1D-FB40-ECF1-9D1DA2242EC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77384" y="4664414"/>
                  <a:ext cx="10476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683E1E9-CC18-3CA1-BC33-7BBDF8C08AB8}"/>
                    </a:ext>
                  </a:extLst>
                </p14:cNvPr>
                <p14:cNvContentPartPr/>
                <p14:nvPr/>
              </p14:nvContentPartPr>
              <p14:xfrm>
                <a:off x="3661984" y="4743614"/>
                <a:ext cx="32760" cy="295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683E1E9-CC18-3CA1-BC33-7BBDF8C08AB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57664" y="4739294"/>
                  <a:ext cx="414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49938FE-6D32-A68E-64D1-52AE08A87CD9}"/>
                    </a:ext>
                  </a:extLst>
                </p14:cNvPr>
                <p14:cNvContentPartPr/>
                <p14:nvPr/>
              </p14:nvContentPartPr>
              <p14:xfrm>
                <a:off x="3890944" y="4863854"/>
                <a:ext cx="266040" cy="101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49938FE-6D32-A68E-64D1-52AE08A87CD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86624" y="4859534"/>
                  <a:ext cx="2746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57859EC-AEE9-6389-707B-E11C51ABA774}"/>
                    </a:ext>
                  </a:extLst>
                </p14:cNvPr>
                <p14:cNvContentPartPr/>
                <p14:nvPr/>
              </p14:nvContentPartPr>
              <p14:xfrm>
                <a:off x="4486024" y="4544174"/>
                <a:ext cx="255960" cy="707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57859EC-AEE9-6389-707B-E11C51ABA77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81704" y="4539854"/>
                  <a:ext cx="26460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6B888C0-D080-CEF5-CCCE-4BD2C886AE94}"/>
                    </a:ext>
                  </a:extLst>
                </p14:cNvPr>
                <p14:cNvContentPartPr/>
                <p14:nvPr/>
              </p14:nvContentPartPr>
              <p14:xfrm>
                <a:off x="4776544" y="4410254"/>
                <a:ext cx="93960" cy="444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6B888C0-D080-CEF5-CCCE-4BD2C886AE9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72224" y="4405934"/>
                  <a:ext cx="10260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94B354D-1BC8-7D67-9AFE-02FA5D637D81}"/>
                    </a:ext>
                  </a:extLst>
                </p14:cNvPr>
                <p14:cNvContentPartPr/>
                <p14:nvPr/>
              </p14:nvContentPartPr>
              <p14:xfrm>
                <a:off x="4927384" y="4647854"/>
                <a:ext cx="80280" cy="100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94B354D-1BC8-7D67-9AFE-02FA5D637D8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23064" y="4643534"/>
                  <a:ext cx="88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5F7F07E-639E-CACD-0963-F57C2DAC86DA}"/>
                    </a:ext>
                  </a:extLst>
                </p14:cNvPr>
                <p14:cNvContentPartPr/>
                <p14:nvPr/>
              </p14:nvContentPartPr>
              <p14:xfrm>
                <a:off x="5059144" y="4645334"/>
                <a:ext cx="80640" cy="201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5F7F07E-639E-CACD-0963-F57C2DAC86D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054824" y="4641014"/>
                  <a:ext cx="89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E206CE-D3BA-BE14-4AFB-030633615A89}"/>
                    </a:ext>
                  </a:extLst>
                </p14:cNvPr>
                <p14:cNvContentPartPr/>
                <p14:nvPr/>
              </p14:nvContentPartPr>
              <p14:xfrm>
                <a:off x="5176864" y="4661534"/>
                <a:ext cx="55800" cy="1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E206CE-D3BA-BE14-4AFB-030633615A8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72544" y="4657214"/>
                  <a:ext cx="6444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386ED2-C303-4055-3263-5F244C40C529}"/>
                    </a:ext>
                  </a:extLst>
                </p14:cNvPr>
                <p14:cNvContentPartPr/>
                <p14:nvPr/>
              </p14:nvContentPartPr>
              <p14:xfrm>
                <a:off x="5154184" y="4472534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386ED2-C303-4055-3263-5F244C40C52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149864" y="446821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1845F6-163E-145E-A801-BC60ACB3B3E6}"/>
                    </a:ext>
                  </a:extLst>
                </p14:cNvPr>
                <p14:cNvContentPartPr/>
                <p14:nvPr/>
              </p14:nvContentPartPr>
              <p14:xfrm>
                <a:off x="5287024" y="4404134"/>
                <a:ext cx="112680" cy="180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1845F6-163E-145E-A801-BC60ACB3B3E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282704" y="4399814"/>
                  <a:ext cx="1213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88E30EC-B477-0430-BC09-CC644E383DB3}"/>
                    </a:ext>
                  </a:extLst>
                </p14:cNvPr>
                <p14:cNvContentPartPr/>
                <p14:nvPr/>
              </p14:nvContentPartPr>
              <p14:xfrm>
                <a:off x="4682944" y="4941974"/>
                <a:ext cx="18489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88E30EC-B477-0430-BC09-CC644E383DB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678624" y="4937654"/>
                  <a:ext cx="1857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C77C95B-7E7E-02CF-BFE3-E4D4B99FCFD7}"/>
                    </a:ext>
                  </a:extLst>
                </p14:cNvPr>
                <p14:cNvContentPartPr/>
                <p14:nvPr/>
              </p14:nvContentPartPr>
              <p14:xfrm>
                <a:off x="5385304" y="5118374"/>
                <a:ext cx="360" cy="543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C77C95B-7E7E-02CF-BFE3-E4D4B99FCFD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380984" y="5114054"/>
                  <a:ext cx="900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804F7EB-1106-7D74-D5FD-64557237C3AD}"/>
                    </a:ext>
                  </a:extLst>
                </p14:cNvPr>
                <p14:cNvContentPartPr/>
                <p14:nvPr/>
              </p14:nvContentPartPr>
              <p14:xfrm>
                <a:off x="5230864" y="5065454"/>
                <a:ext cx="360" cy="1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804F7EB-1106-7D74-D5FD-64557237C3A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544" y="5061134"/>
                  <a:ext cx="900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8DEEF17-0ACA-04AA-D82D-8427314B3FDB}"/>
                    </a:ext>
                  </a:extLst>
                </p14:cNvPr>
                <p14:cNvContentPartPr/>
                <p14:nvPr/>
              </p14:nvContentPartPr>
              <p14:xfrm>
                <a:off x="4913344" y="5088494"/>
                <a:ext cx="116460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8DEEF17-0ACA-04AA-D82D-8427314B3FD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09024" y="5084174"/>
                  <a:ext cx="1173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850D6A-D0EB-4E7E-53A4-EDF58D81E54E}"/>
                    </a:ext>
                  </a:extLst>
                </p14:cNvPr>
                <p14:cNvContentPartPr/>
                <p14:nvPr/>
              </p14:nvContentPartPr>
              <p14:xfrm>
                <a:off x="6380344" y="4402334"/>
                <a:ext cx="269280" cy="1320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850D6A-D0EB-4E7E-53A4-EDF58D81E5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76024" y="4398014"/>
                  <a:ext cx="277920" cy="132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5DD3915-F23E-BBA2-C861-8564B9C35A67}"/>
                  </a:ext>
                </a:extLst>
              </p14:cNvPr>
              <p14:cNvContentPartPr/>
              <p14:nvPr/>
            </p14:nvContentPartPr>
            <p14:xfrm>
              <a:off x="8147944" y="3520334"/>
              <a:ext cx="1244160" cy="1286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5DD3915-F23E-BBA2-C861-8564B9C35A6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143624" y="3516014"/>
                <a:ext cx="1252800" cy="129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A5B62C76-A03B-6E40-ABE9-33D4F556EB58}"/>
              </a:ext>
            </a:extLst>
          </p:cNvPr>
          <p:cNvGrpSpPr/>
          <p:nvPr/>
        </p:nvGrpSpPr>
        <p:grpSpPr>
          <a:xfrm>
            <a:off x="9476344" y="3565694"/>
            <a:ext cx="2158560" cy="829080"/>
            <a:chOff x="9476344" y="3565694"/>
            <a:chExt cx="2158560" cy="82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39BE009-5BD7-1209-3B37-3743055B672D}"/>
                    </a:ext>
                  </a:extLst>
                </p14:cNvPr>
                <p14:cNvContentPartPr/>
                <p14:nvPr/>
              </p14:nvContentPartPr>
              <p14:xfrm>
                <a:off x="9476344" y="3935414"/>
                <a:ext cx="4161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39BE009-5BD7-1209-3B37-3743055B672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72024" y="3931094"/>
                  <a:ext cx="4248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1B0F62B-5264-7161-B575-227A92EB13D3}"/>
                    </a:ext>
                  </a:extLst>
                </p14:cNvPr>
                <p14:cNvContentPartPr/>
                <p14:nvPr/>
              </p14:nvContentPartPr>
              <p14:xfrm>
                <a:off x="9786304" y="3859094"/>
                <a:ext cx="95760" cy="195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1B0F62B-5264-7161-B575-227A92EB13D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81984" y="3854774"/>
                  <a:ext cx="104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597581A-9E94-7141-21B7-771F7A0BF31C}"/>
                    </a:ext>
                  </a:extLst>
                </p14:cNvPr>
                <p14:cNvContentPartPr/>
                <p14:nvPr/>
              </p14:nvContentPartPr>
              <p14:xfrm>
                <a:off x="10032904" y="3565694"/>
                <a:ext cx="1602000" cy="829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597581A-9E94-7141-21B7-771F7A0BF3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28584" y="3561374"/>
                  <a:ext cx="1610640" cy="83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1D3C406-2CF7-15C3-32AE-1E45D821C0AF}"/>
              </a:ext>
            </a:extLst>
          </p:cNvPr>
          <p:cNvGrpSpPr/>
          <p:nvPr/>
        </p:nvGrpSpPr>
        <p:grpSpPr>
          <a:xfrm>
            <a:off x="1340704" y="5192894"/>
            <a:ext cx="569880" cy="1275480"/>
            <a:chOff x="1340704" y="5192894"/>
            <a:chExt cx="569880" cy="12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FF3BDF8-9CB4-5F27-B167-149707CCE308}"/>
                    </a:ext>
                  </a:extLst>
                </p14:cNvPr>
                <p14:cNvContentPartPr/>
                <p14:nvPr/>
              </p14:nvContentPartPr>
              <p14:xfrm>
                <a:off x="1843984" y="5204774"/>
                <a:ext cx="360" cy="1085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FF3BDF8-9CB4-5F27-B167-149707CCE3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39664" y="5200454"/>
                  <a:ext cx="9000" cy="10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90B30F4-D33F-5793-4EAA-710E17389445}"/>
                    </a:ext>
                  </a:extLst>
                </p14:cNvPr>
                <p14:cNvContentPartPr/>
                <p14:nvPr/>
              </p14:nvContentPartPr>
              <p14:xfrm>
                <a:off x="1340704" y="5192894"/>
                <a:ext cx="569880" cy="1275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90B30F4-D33F-5793-4EAA-710E173894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36384" y="5188574"/>
                  <a:ext cx="578520" cy="12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D6B185-D50A-E01B-7D3C-191FC49804EA}"/>
                    </a:ext>
                  </a:extLst>
                </p14:cNvPr>
                <p14:cNvContentPartPr/>
                <p14:nvPr/>
              </p14:nvContentPartPr>
              <p14:xfrm>
                <a:off x="1908424" y="6468014"/>
                <a:ext cx="21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D6B185-D50A-E01B-7D3C-191FC49804E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04104" y="6463694"/>
                  <a:ext cx="108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15FCE2F-BCB2-94D6-0401-2933156ACA49}"/>
              </a:ext>
            </a:extLst>
          </p:cNvPr>
          <p:cNvGrpSpPr/>
          <p:nvPr/>
        </p:nvGrpSpPr>
        <p:grpSpPr>
          <a:xfrm>
            <a:off x="370504" y="5420054"/>
            <a:ext cx="559440" cy="1340280"/>
            <a:chOff x="370504" y="5420054"/>
            <a:chExt cx="559440" cy="134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C4E17D9-C775-3D75-F7EF-25FC710ED073}"/>
                    </a:ext>
                  </a:extLst>
                </p14:cNvPr>
                <p14:cNvContentPartPr/>
                <p14:nvPr/>
              </p14:nvContentPartPr>
              <p14:xfrm>
                <a:off x="438904" y="5420054"/>
                <a:ext cx="360" cy="1340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C4E17D9-C775-3D75-F7EF-25FC710ED07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4584" y="5415734"/>
                  <a:ext cx="9000" cy="13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C7A63E9-C99A-7515-DB00-DDCACC424AF1}"/>
                    </a:ext>
                  </a:extLst>
                </p14:cNvPr>
                <p14:cNvContentPartPr/>
                <p14:nvPr/>
              </p14:nvContentPartPr>
              <p14:xfrm>
                <a:off x="442864" y="5498534"/>
                <a:ext cx="447840" cy="1027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C7A63E9-C99A-7515-DB00-DDCACC424AF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38544" y="5494214"/>
                  <a:ext cx="456480" cy="10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4BC011F-34F4-9982-8E00-E759AFBE8C95}"/>
                    </a:ext>
                  </a:extLst>
                </p14:cNvPr>
                <p14:cNvContentPartPr/>
                <p14:nvPr/>
              </p14:nvContentPartPr>
              <p14:xfrm>
                <a:off x="370504" y="5795894"/>
                <a:ext cx="559440" cy="850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4BC011F-34F4-9982-8E00-E759AFBE8C9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66184" y="5791574"/>
                  <a:ext cx="568080" cy="85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4A4CB24-607B-BF1F-931A-8063143830D7}"/>
                  </a:ext>
                </a:extLst>
              </p14:cNvPr>
              <p14:cNvContentPartPr/>
              <p14:nvPr/>
            </p14:nvContentPartPr>
            <p14:xfrm>
              <a:off x="962344" y="5242934"/>
              <a:ext cx="360000" cy="356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4A4CB24-607B-BF1F-931A-8063143830D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58024" y="5238614"/>
                <a:ext cx="3686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FB28D53-C321-6EEA-8F18-65CE3960EDC1}"/>
                  </a:ext>
                </a:extLst>
              </p14:cNvPr>
              <p14:cNvContentPartPr/>
              <p14:nvPr/>
            </p14:nvContentPartPr>
            <p14:xfrm>
              <a:off x="1405144" y="2154494"/>
              <a:ext cx="467280" cy="1609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FB28D53-C321-6EEA-8F18-65CE3960EDC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400824" y="2150174"/>
                <a:ext cx="47592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49B79E3-ECD0-66AB-F488-DE1FE359DB0F}"/>
                  </a:ext>
                </a:extLst>
              </p14:cNvPr>
              <p14:cNvContentPartPr/>
              <p14:nvPr/>
            </p14:nvContentPartPr>
            <p14:xfrm>
              <a:off x="459424" y="1911854"/>
              <a:ext cx="419040" cy="7297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49B79E3-ECD0-66AB-F488-DE1FE359DB0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55104" y="1907534"/>
                <a:ext cx="427680" cy="73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88A3299-CA2D-33B8-2194-02385261F184}"/>
                  </a:ext>
                </a:extLst>
              </p14:cNvPr>
              <p14:cNvContentPartPr/>
              <p14:nvPr/>
            </p14:nvContentPartPr>
            <p14:xfrm>
              <a:off x="6414904" y="2362574"/>
              <a:ext cx="13788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88A3299-CA2D-33B8-2194-02385261F184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410584" y="2358254"/>
                <a:ext cx="14652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495B35AA-24E4-2531-5A10-2049E4C07D19}"/>
              </a:ext>
            </a:extLst>
          </p:cNvPr>
          <p:cNvGrpSpPr/>
          <p:nvPr/>
        </p:nvGrpSpPr>
        <p:grpSpPr>
          <a:xfrm>
            <a:off x="7134904" y="2287334"/>
            <a:ext cx="1086480" cy="72720"/>
            <a:chOff x="7134904" y="2287334"/>
            <a:chExt cx="1086480" cy="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A676FEF-9A6D-449B-2FA2-269D8F903A13}"/>
                    </a:ext>
                  </a:extLst>
                </p14:cNvPr>
                <p14:cNvContentPartPr/>
                <p14:nvPr/>
              </p14:nvContentPartPr>
              <p14:xfrm>
                <a:off x="7134904" y="2359694"/>
                <a:ext cx="47412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A676FEF-9A6D-449B-2FA2-269D8F903A1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130584" y="2355374"/>
                  <a:ext cx="4827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71DEC4F9-A7EE-1327-6A5A-39E05730CB09}"/>
                    </a:ext>
                  </a:extLst>
                </p14:cNvPr>
                <p14:cNvContentPartPr/>
                <p14:nvPr/>
              </p14:nvContentPartPr>
              <p14:xfrm>
                <a:off x="7983424" y="2287334"/>
                <a:ext cx="237960" cy="360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71DEC4F9-A7EE-1327-6A5A-39E05730CB0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79104" y="2283014"/>
                  <a:ext cx="2466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29" name="Ink 1028">
                <a:extLst>
                  <a:ext uri="{FF2B5EF4-FFF2-40B4-BE49-F238E27FC236}">
                    <a16:creationId xmlns:a16="http://schemas.microsoft.com/office/drawing/2014/main" id="{19254037-FEB0-68FF-506B-2CE7646C784E}"/>
                  </a:ext>
                </a:extLst>
              </p14:cNvPr>
              <p14:cNvContentPartPr/>
              <p14:nvPr/>
            </p14:nvContentPartPr>
            <p14:xfrm>
              <a:off x="3529864" y="2275094"/>
              <a:ext cx="655560" cy="34560"/>
            </p14:xfrm>
          </p:contentPart>
        </mc:Choice>
        <mc:Fallback xmlns="">
          <p:pic>
            <p:nvPicPr>
              <p:cNvPr id="1029" name="Ink 1028">
                <a:extLst>
                  <a:ext uri="{FF2B5EF4-FFF2-40B4-BE49-F238E27FC236}">
                    <a16:creationId xmlns:a16="http://schemas.microsoft.com/office/drawing/2014/main" id="{19254037-FEB0-68FF-506B-2CE7646C784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525544" y="2270774"/>
                <a:ext cx="6642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30" name="Ink 1029">
                <a:extLst>
                  <a:ext uri="{FF2B5EF4-FFF2-40B4-BE49-F238E27FC236}">
                    <a16:creationId xmlns:a16="http://schemas.microsoft.com/office/drawing/2014/main" id="{B3C8E1E3-4396-1A8E-1A8E-29EA79A469A4}"/>
                  </a:ext>
                </a:extLst>
              </p14:cNvPr>
              <p14:cNvContentPartPr/>
              <p14:nvPr/>
            </p14:nvContentPartPr>
            <p14:xfrm>
              <a:off x="2024704" y="2237294"/>
              <a:ext cx="774000" cy="151920"/>
            </p14:xfrm>
          </p:contentPart>
        </mc:Choice>
        <mc:Fallback xmlns="">
          <p:pic>
            <p:nvPicPr>
              <p:cNvPr id="1030" name="Ink 1029">
                <a:extLst>
                  <a:ext uri="{FF2B5EF4-FFF2-40B4-BE49-F238E27FC236}">
                    <a16:creationId xmlns:a16="http://schemas.microsoft.com/office/drawing/2014/main" id="{B3C8E1E3-4396-1A8E-1A8E-29EA79A469A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020384" y="2232974"/>
                <a:ext cx="78264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5276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461DE-580C-1C44-6F3A-8F904D9F8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829F3-61EF-A070-DC24-69A6D3094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54" y="399004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 err="1"/>
              <a:t>Results</a:t>
            </a:r>
            <a:endParaRPr lang="fr-FR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D09ABA-D519-E53D-8209-6FF9DD2F53B3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C9257691-8D07-792B-E9E8-68A77B215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E4AB5AB6-F097-6723-6F97-A7C262E9F2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6BAF3B-1833-3FAE-183C-D5E02C25A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054" y="1396290"/>
            <a:ext cx="7772400" cy="2384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8B9DA9-596C-4305-3301-13AE392A0D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854" y="3910988"/>
            <a:ext cx="3638414" cy="29028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2EE646-FB43-F935-0050-6E36F2261FE8}"/>
              </a:ext>
            </a:extLst>
          </p:cNvPr>
          <p:cNvSpPr txBox="1"/>
          <p:nvPr/>
        </p:nvSpPr>
        <p:spPr>
          <a:xfrm>
            <a:off x="8868229" y="1396290"/>
            <a:ext cx="27965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= 1 ; b = 10 ; c = 0.1</a:t>
            </a:r>
          </a:p>
          <a:p>
            <a:r>
              <a:rPr lang="en-US" dirty="0" err="1"/>
              <a:t>Lr_teach</a:t>
            </a:r>
            <a:r>
              <a:rPr lang="en-US" dirty="0"/>
              <a:t> = 0.001</a:t>
            </a:r>
          </a:p>
          <a:p>
            <a:r>
              <a:rPr lang="en-US" dirty="0" err="1"/>
              <a:t>Lr_student</a:t>
            </a:r>
            <a:r>
              <a:rPr lang="en-US" dirty="0"/>
              <a:t> = 0.0001</a:t>
            </a:r>
          </a:p>
          <a:p>
            <a:r>
              <a:rPr lang="en-US" dirty="0" err="1"/>
              <a:t>N_folds</a:t>
            </a:r>
            <a:r>
              <a:rPr lang="en-US" dirty="0"/>
              <a:t> = 5</a:t>
            </a:r>
          </a:p>
          <a:p>
            <a:r>
              <a:rPr lang="en-US" dirty="0"/>
              <a:t>Temperature = 2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091B27-920F-B67F-382B-07E3077036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5058" y="3865398"/>
            <a:ext cx="4873171" cy="290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4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DEDE1-804F-1148-49EA-DFB80B5EE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CD377-5507-69BB-B14F-1C76C83C2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54" y="399004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 err="1"/>
              <a:t>Results</a:t>
            </a:r>
            <a:endParaRPr lang="fr-FR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2A5DCB-ABA2-BBF7-8666-1B62A079ADEF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753076-7B05-C03E-0B5C-17B9CFFEB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552A914B-4490-C04A-3FCE-167B18664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2059C0-6616-E2E1-0AA2-C3A2F9D25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0905" y="2317175"/>
            <a:ext cx="6145897" cy="36568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713262-4371-6514-AEF2-062DB052B841}"/>
              </a:ext>
            </a:extLst>
          </p:cNvPr>
          <p:cNvSpPr txBox="1"/>
          <p:nvPr/>
        </p:nvSpPr>
        <p:spPr>
          <a:xfrm>
            <a:off x="556054" y="1430767"/>
            <a:ext cx="836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Impact de la temperature sur les performances du </a:t>
            </a:r>
            <a:r>
              <a:rPr lang="en-US" dirty="0" err="1"/>
              <a:t>modèle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23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F4BE6-A81F-804C-163A-074D1F14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D22A-AC36-D2C8-314D-8BAE9C60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54" y="399004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 err="1"/>
              <a:t>Results</a:t>
            </a:r>
            <a:endParaRPr lang="fr-FR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43650E3-5993-9DFC-711E-761D9E983C55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2E97C92-F430-FF23-1AE2-50D26B175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8B2464C6-5CD9-2307-336C-2E2C2F81CE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FD0746-78B4-BD34-17AC-031F71C13BCC}"/>
              </a:ext>
            </a:extLst>
          </p:cNvPr>
          <p:cNvSpPr txBox="1"/>
          <p:nvPr/>
        </p:nvSpPr>
        <p:spPr>
          <a:xfrm>
            <a:off x="556054" y="1430767"/>
            <a:ext cx="836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Impact des </a:t>
            </a:r>
            <a:r>
              <a:rPr lang="en-US" dirty="0" err="1"/>
              <a:t>paramètres</a:t>
            </a:r>
            <a:r>
              <a:rPr lang="en-US" dirty="0"/>
              <a:t> </a:t>
            </a:r>
            <a:r>
              <a:rPr lang="en-US" dirty="0" err="1"/>
              <a:t>a,b</a:t>
            </a:r>
            <a:r>
              <a:rPr lang="en-US" dirty="0"/>
              <a:t> et c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B2DFA-4FC6-C02F-E47C-293026FC7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2070114"/>
            <a:ext cx="7772400" cy="428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5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FE440-F30E-BD9B-20E8-4FC5BBE4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ABF02-919A-075A-F2E4-C71AC59EC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54" y="399004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 err="1"/>
              <a:t>Results</a:t>
            </a:r>
            <a:endParaRPr lang="fr-FR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E2B307-7F8B-2980-DD4E-998568BCD3C2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4DA456-2396-29F6-F99C-4C2B99BA7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A36A6165-EA10-A670-4290-A6AAAEC148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ADCE72-1FDD-E4AB-97A2-9168B3D61CD5}"/>
              </a:ext>
            </a:extLst>
          </p:cNvPr>
          <p:cNvSpPr txBox="1"/>
          <p:nvPr/>
        </p:nvSpPr>
        <p:spPr>
          <a:xfrm>
            <a:off x="556054" y="1430767"/>
            <a:ext cx="836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Impact des </a:t>
            </a:r>
            <a:r>
              <a:rPr lang="en-US" dirty="0" err="1"/>
              <a:t>paramètres</a:t>
            </a:r>
            <a:r>
              <a:rPr lang="en-US" dirty="0"/>
              <a:t> </a:t>
            </a:r>
            <a:r>
              <a:rPr lang="en-US" dirty="0" err="1"/>
              <a:t>a,b</a:t>
            </a:r>
            <a:r>
              <a:rPr lang="en-US" dirty="0"/>
              <a:t> et c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235A13-4F11-8E1C-626E-8E582BA53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2070114"/>
            <a:ext cx="7772400" cy="42883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3CF8EA-2516-F824-9F7C-1813E9DE3C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2070114"/>
            <a:ext cx="7772400" cy="450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47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79684-C497-9533-2724-63DD6EF8F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76F5B-3C54-7C19-8251-74E65CC2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54" y="399004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Quelques limitations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8B4630-EBFE-23F6-0911-04BC9848FD92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05AF75-6F63-D16D-61D9-A63EF2BF7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B32FFAAC-C672-3768-0B37-D25844CDA1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D545F3-87AD-53BC-3029-76B62C6F8FF9}"/>
              </a:ext>
            </a:extLst>
          </p:cNvPr>
          <p:cNvSpPr txBox="1"/>
          <p:nvPr/>
        </p:nvSpPr>
        <p:spPr>
          <a:xfrm>
            <a:off x="556054" y="1430767"/>
            <a:ext cx="8369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Dataset de test </a:t>
            </a:r>
            <a:r>
              <a:rPr lang="en-US" dirty="0" err="1"/>
              <a:t>limité</a:t>
            </a:r>
            <a:endParaRPr lang="en-US" dirty="0"/>
          </a:p>
          <a:p>
            <a:r>
              <a:rPr lang="en-US" dirty="0"/>
              <a:t>44 patients  (38 class 0, 7 class 1) -&gt; un patient mal </a:t>
            </a:r>
            <a:r>
              <a:rPr lang="en-US" dirty="0" err="1"/>
              <a:t>classifié</a:t>
            </a:r>
            <a:r>
              <a:rPr lang="en-US" dirty="0"/>
              <a:t> </a:t>
            </a:r>
            <a:r>
              <a:rPr lang="en-US" dirty="0" err="1"/>
              <a:t>entraine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perte</a:t>
            </a:r>
            <a:r>
              <a:rPr lang="en-US" dirty="0"/>
              <a:t> de 7% </a:t>
            </a:r>
          </a:p>
        </p:txBody>
      </p:sp>
    </p:spTree>
    <p:extLst>
      <p:ext uri="{BB962C8B-B14F-4D97-AF65-F5344CB8AC3E}">
        <p14:creationId xmlns:p14="http://schemas.microsoft.com/office/powerpoint/2010/main" val="4259882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BB26-43EB-2BD6-FFD3-F173B1BF7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2CA5-BDBD-CFA7-7081-F87194C3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54" y="399004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Corrections de la partie VCDN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D5E2FB-E959-10B5-2BD8-D0EA31202858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9B665C-B048-8D03-A93D-0D4E87768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A47CCAA3-71D5-5B1F-9198-969121C8D5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AEC107-6A4E-4A80-C12E-7BDC9A1B2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054" y="1396290"/>
            <a:ext cx="7772400" cy="23848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ECF4BD-E678-7A4F-890C-5B27B2442A6B}"/>
              </a:ext>
            </a:extLst>
          </p:cNvPr>
          <p:cNvSpPr txBox="1"/>
          <p:nvPr/>
        </p:nvSpPr>
        <p:spPr>
          <a:xfrm>
            <a:off x="8868229" y="1396290"/>
            <a:ext cx="27965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= 1 ; b = 10 ; c = 0.1</a:t>
            </a:r>
          </a:p>
          <a:p>
            <a:r>
              <a:rPr lang="en-US" dirty="0" err="1"/>
              <a:t>Lr_teach</a:t>
            </a:r>
            <a:r>
              <a:rPr lang="en-US" dirty="0"/>
              <a:t> = 0.001</a:t>
            </a:r>
          </a:p>
          <a:p>
            <a:r>
              <a:rPr lang="en-US" dirty="0" err="1"/>
              <a:t>Lr_student</a:t>
            </a:r>
            <a:r>
              <a:rPr lang="en-US" dirty="0"/>
              <a:t> = 0.0001</a:t>
            </a:r>
          </a:p>
          <a:p>
            <a:r>
              <a:rPr lang="en-US" dirty="0" err="1"/>
              <a:t>N_folds</a:t>
            </a:r>
            <a:r>
              <a:rPr lang="en-US" dirty="0"/>
              <a:t> = 5</a:t>
            </a:r>
          </a:p>
          <a:p>
            <a:r>
              <a:rPr lang="en-US" dirty="0"/>
              <a:t>Temperature = 2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01724C-7229-F366-B747-64180D34A9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054" y="4066656"/>
            <a:ext cx="7772400" cy="2392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5281E7-3D85-2590-C83C-01065371D843}"/>
              </a:ext>
            </a:extLst>
          </p:cNvPr>
          <p:cNvSpPr txBox="1"/>
          <p:nvPr/>
        </p:nvSpPr>
        <p:spPr>
          <a:xfrm>
            <a:off x="8868228" y="4342060"/>
            <a:ext cx="27965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</a:t>
            </a:r>
          </a:p>
          <a:p>
            <a:r>
              <a:rPr lang="en-US" dirty="0"/>
              <a:t>But Student epochs for 200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J’enlève</a:t>
            </a:r>
            <a:r>
              <a:rPr lang="en-US" dirty="0"/>
              <a:t> le soft max, et le </a:t>
            </a:r>
            <a:r>
              <a:rPr lang="en-US" dirty="0" err="1"/>
              <a:t>vcdn</a:t>
            </a:r>
            <a:r>
              <a:rPr lang="en-US" dirty="0"/>
              <a:t> ne </a:t>
            </a:r>
            <a:r>
              <a:rPr lang="en-US" dirty="0" err="1"/>
              <a:t>prends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les logits</a:t>
            </a:r>
          </a:p>
        </p:txBody>
      </p:sp>
    </p:spTree>
    <p:extLst>
      <p:ext uri="{BB962C8B-B14F-4D97-AF65-F5344CB8AC3E}">
        <p14:creationId xmlns:p14="http://schemas.microsoft.com/office/powerpoint/2010/main" val="2362291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1E5D2-8656-9BB1-B59F-63A4AF41E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FCFA3-1F16-BAB6-CDF6-B7D3767C2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54" y="399004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VCDN Alternatif – Fusions des espaces latents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4B08D8-20CF-DFB1-05A0-D42831A5A680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27D3FB-1969-3E97-92A4-4445E0BC9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DD5D508F-2DFA-FD56-619E-8419AC105C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C9183A-B80D-4941-0EB2-EFACC65F0B57}"/>
              </a:ext>
            </a:extLst>
          </p:cNvPr>
          <p:cNvSpPr txBox="1"/>
          <p:nvPr/>
        </p:nvSpPr>
        <p:spPr>
          <a:xfrm>
            <a:off x="8515688" y="1346822"/>
            <a:ext cx="2796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VCDN Fusion des </a:t>
            </a:r>
            <a:r>
              <a:rPr lang="en-US" dirty="0" err="1"/>
              <a:t>espaces</a:t>
            </a:r>
            <a:r>
              <a:rPr lang="en-US" dirty="0"/>
              <a:t> </a:t>
            </a:r>
            <a:r>
              <a:rPr lang="en-US" dirty="0" err="1"/>
              <a:t>latents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32D74-136B-57CF-663A-0E5AFF716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054" y="1346822"/>
            <a:ext cx="7772400" cy="23757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3A53A3-BE4B-F9A8-C804-C1D7E695C3E6}"/>
              </a:ext>
            </a:extLst>
          </p:cNvPr>
          <p:cNvSpPr txBox="1"/>
          <p:nvPr/>
        </p:nvSpPr>
        <p:spPr>
          <a:xfrm>
            <a:off x="8515687" y="4066656"/>
            <a:ext cx="279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VCDN Initial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6B9665-8B3C-C6E3-1203-065E8F844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054" y="4066656"/>
            <a:ext cx="7772400" cy="239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28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A9A7-6D74-EDFA-CA17-93334D2AD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FCDF-1758-C9C1-C90D-DB22DCA1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54" y="399004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Régularisation L1 et L2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3587CB-9498-C861-3AA8-E0CD747A17D6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1B9051-FA2F-72CA-013A-BB349A9F5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0CDB8CED-08E3-EA23-0539-7CD9ACF69C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1B82DA-7A5B-6487-CC46-AF686EA97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054" y="1275299"/>
            <a:ext cx="5539946" cy="17195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E2F3D1-AB95-A5B6-30DF-6F2B7A1A0E71}"/>
              </a:ext>
            </a:extLst>
          </p:cNvPr>
          <p:cNvSpPr txBox="1"/>
          <p:nvPr/>
        </p:nvSpPr>
        <p:spPr>
          <a:xfrm>
            <a:off x="6801275" y="1468838"/>
            <a:ext cx="2796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Régularisation</a:t>
            </a:r>
            <a:r>
              <a:rPr lang="en-US" dirty="0"/>
              <a:t> L1 </a:t>
            </a:r>
          </a:p>
          <a:p>
            <a:r>
              <a:rPr lang="en-US" dirty="0" err="1"/>
              <a:t>Stu_epochs</a:t>
            </a:r>
            <a:r>
              <a:rPr lang="en-US" dirty="0"/>
              <a:t> 100</a:t>
            </a:r>
          </a:p>
          <a:p>
            <a:r>
              <a:rPr lang="en-US" dirty="0"/>
              <a:t>Early stopping 0.98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394405-F932-824C-B04C-EFB3D6EB6E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054" y="3053802"/>
            <a:ext cx="5539946" cy="16806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2D983D-D366-0730-E3FB-3B857A3A2F63}"/>
              </a:ext>
            </a:extLst>
          </p:cNvPr>
          <p:cNvSpPr txBox="1"/>
          <p:nvPr/>
        </p:nvSpPr>
        <p:spPr>
          <a:xfrm>
            <a:off x="6801276" y="3429000"/>
            <a:ext cx="2796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Régularisation</a:t>
            </a:r>
            <a:r>
              <a:rPr lang="en-US" dirty="0"/>
              <a:t> L2 </a:t>
            </a:r>
          </a:p>
          <a:p>
            <a:r>
              <a:rPr lang="en-US" dirty="0" err="1"/>
              <a:t>Stu_epochs</a:t>
            </a:r>
            <a:r>
              <a:rPr lang="en-US" dirty="0"/>
              <a:t> 100</a:t>
            </a:r>
          </a:p>
          <a:p>
            <a:r>
              <a:rPr lang="en-US" dirty="0"/>
              <a:t>Early stopping 0.98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A07525-5B04-36E4-097E-C008006EA1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054" y="4919920"/>
            <a:ext cx="5592518" cy="17195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01F72A-EBF6-BA82-5679-05254FEA5944}"/>
              </a:ext>
            </a:extLst>
          </p:cNvPr>
          <p:cNvSpPr txBox="1"/>
          <p:nvPr/>
        </p:nvSpPr>
        <p:spPr>
          <a:xfrm>
            <a:off x="6801274" y="5179535"/>
            <a:ext cx="2796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Régularisation</a:t>
            </a:r>
            <a:r>
              <a:rPr lang="en-US" dirty="0"/>
              <a:t> L2 + L1  </a:t>
            </a:r>
          </a:p>
          <a:p>
            <a:r>
              <a:rPr lang="en-US" dirty="0" err="1"/>
              <a:t>Stu_epochs</a:t>
            </a:r>
            <a:r>
              <a:rPr lang="en-US" dirty="0"/>
              <a:t> 100</a:t>
            </a:r>
          </a:p>
          <a:p>
            <a:r>
              <a:rPr lang="en-US" dirty="0"/>
              <a:t>Early stopping 0.98</a:t>
            </a:r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936C45-B71C-C60D-EC4A-D7F9B1BA645B}"/>
              </a:ext>
            </a:extLst>
          </p:cNvPr>
          <p:cNvSpPr/>
          <p:nvPr/>
        </p:nvSpPr>
        <p:spPr>
          <a:xfrm>
            <a:off x="649995" y="1916936"/>
            <a:ext cx="3227942" cy="17627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9973F6-F45E-CC94-98F9-4238F611BAD7}"/>
              </a:ext>
            </a:extLst>
          </p:cNvPr>
          <p:cNvSpPr/>
          <p:nvPr/>
        </p:nvSpPr>
        <p:spPr>
          <a:xfrm>
            <a:off x="649995" y="3692985"/>
            <a:ext cx="3227942" cy="17627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EBE639-2BBA-952A-4728-3A17C0BB74A3}"/>
              </a:ext>
            </a:extLst>
          </p:cNvPr>
          <p:cNvSpPr/>
          <p:nvPr/>
        </p:nvSpPr>
        <p:spPr>
          <a:xfrm>
            <a:off x="649995" y="5582701"/>
            <a:ext cx="3227942" cy="17627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72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58909-E956-0CA0-78D8-919E3324D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D228-4386-40D7-98B7-074ECD43E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54" y="399004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KL – </a:t>
            </a:r>
            <a:r>
              <a:rPr lang="fr-FR" sz="3200" dirty="0" err="1"/>
              <a:t>Annealing</a:t>
            </a:r>
            <a:r>
              <a:rPr lang="fr-FR" sz="3200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9DA895-FB76-E229-FEBE-658EFE3AB4FF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67A251-05CC-BFC1-7CE9-8B1506CB7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32AB4B6E-1864-EEE8-34A5-672CDDF8D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DF30CB-6253-1692-D6FE-B6083AA69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667" y="2125147"/>
            <a:ext cx="6414373" cy="46868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B2618B-B906-22B0-357A-3FA6618094D2}"/>
              </a:ext>
            </a:extLst>
          </p:cNvPr>
          <p:cNvSpPr txBox="1"/>
          <p:nvPr/>
        </p:nvSpPr>
        <p:spPr>
          <a:xfrm>
            <a:off x="556053" y="1420009"/>
            <a:ext cx="9982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LOSS =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BCE </a:t>
            </a:r>
            <a:r>
              <a:rPr lang="en-US" dirty="0"/>
              <a:t>+  </a:t>
            </a:r>
            <a:r>
              <a:rPr lang="en-US" dirty="0">
                <a:highlight>
                  <a:srgbClr val="FFFF00"/>
                </a:highlight>
              </a:rPr>
              <a:t>Beta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* KLD </a:t>
            </a:r>
            <a:r>
              <a:rPr lang="en-US" dirty="0"/>
              <a:t>+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coef_2 *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Clf_loss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/>
              <a:t>+ </a:t>
            </a:r>
            <a:r>
              <a:rPr lang="en-US" dirty="0">
                <a:solidFill>
                  <a:schemeClr val="accent1"/>
                </a:solidFill>
              </a:rPr>
              <a:t>coef_3 * (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 * dl1 </a:t>
            </a:r>
            <a:r>
              <a:rPr lang="en-US" dirty="0">
                <a:solidFill>
                  <a:schemeClr val="accent1"/>
                </a:solidFill>
              </a:rPr>
              <a:t>+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 * dl2 </a:t>
            </a:r>
            <a:r>
              <a:rPr lang="en-US" dirty="0">
                <a:solidFill>
                  <a:schemeClr val="accent1"/>
                </a:solidFill>
              </a:rPr>
              <a:t>+ </a:t>
            </a:r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 * dl3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39294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303</Words>
  <Application>Microsoft Macintosh PowerPoint</Application>
  <PresentationFormat>Widescreen</PresentationFormat>
  <Paragraphs>57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Point d’avancement</vt:lpstr>
      <vt:lpstr>Problèmes rencontrés</vt:lpstr>
      <vt:lpstr>Results</vt:lpstr>
      <vt:lpstr>Results</vt:lpstr>
      <vt:lpstr>Results</vt:lpstr>
      <vt:lpstr>Results</vt:lpstr>
      <vt:lpstr>Quelques limitations</vt:lpstr>
      <vt:lpstr>Corrections de la partie VCDN</vt:lpstr>
      <vt:lpstr>VCDN Alternatif – Fusions des espaces latents</vt:lpstr>
      <vt:lpstr>Régularisation L1 et L2</vt:lpstr>
      <vt:lpstr>KL – Annealing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Bastero Anegon (Student at CentraleSupelec)</dc:creator>
  <cp:lastModifiedBy>Alberto Bastero Anegon (Student at CentraleSupelec)</cp:lastModifiedBy>
  <cp:revision>4</cp:revision>
  <dcterms:created xsi:type="dcterms:W3CDTF">2026-03-17T14:05:36Z</dcterms:created>
  <dcterms:modified xsi:type="dcterms:W3CDTF">2026-03-30T10:27:23Z</dcterms:modified>
</cp:coreProperties>
</file>